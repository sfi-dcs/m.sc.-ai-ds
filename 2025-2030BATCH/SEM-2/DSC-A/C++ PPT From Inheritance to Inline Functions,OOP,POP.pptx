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8"/>
  </p:notesMasterIdLst>
  <p:sldIdLst>
    <p:sldId id="257" r:id="rId2"/>
    <p:sldId id="258" r:id="rId3"/>
    <p:sldId id="259" r:id="rId4"/>
    <p:sldId id="260" r:id="rId5"/>
    <p:sldId id="261" r:id="rId6"/>
    <p:sldId id="262" r:id="rId7"/>
    <p:sldId id="263"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8" r:id="rId30"/>
    <p:sldId id="289" r:id="rId31"/>
    <p:sldId id="304" r:id="rId32"/>
    <p:sldId id="291" r:id="rId33"/>
    <p:sldId id="290" r:id="rId34"/>
    <p:sldId id="292" r:id="rId35"/>
    <p:sldId id="293" r:id="rId36"/>
    <p:sldId id="294" r:id="rId37"/>
    <p:sldId id="295" r:id="rId38"/>
    <p:sldId id="296" r:id="rId39"/>
    <p:sldId id="297" r:id="rId40"/>
    <p:sldId id="300" r:id="rId41"/>
    <p:sldId id="299" r:id="rId42"/>
    <p:sldId id="286" r:id="rId43"/>
    <p:sldId id="302" r:id="rId44"/>
    <p:sldId id="303" r:id="rId45"/>
    <p:sldId id="306" r:id="rId46"/>
    <p:sldId id="307" r:id="rId47"/>
    <p:sldId id="308" r:id="rId48"/>
    <p:sldId id="309" r:id="rId49"/>
    <p:sldId id="312" r:id="rId50"/>
    <p:sldId id="324" r:id="rId51"/>
    <p:sldId id="325" r:id="rId52"/>
    <p:sldId id="313" r:id="rId53"/>
    <p:sldId id="315" r:id="rId54"/>
    <p:sldId id="317" r:id="rId55"/>
    <p:sldId id="320" r:id="rId56"/>
    <p:sldId id="326" r:id="rId57"/>
  </p:sldIdLst>
  <p:sldSz cx="12192000" cy="6858000"/>
  <p:notesSz cx="6858000" cy="9144000"/>
  <p:embeddedFontLst>
    <p:embeddedFont>
      <p:font typeface="Play" panose="020B0604020202020204" charset="0"/>
      <p:regular r:id="rId59"/>
      <p:bold r:id="rId60"/>
    </p:embeddedFont>
    <p:embeddedFont>
      <p:font typeface="Verdana" panose="020B0604030504040204" pitchFamily="34"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5" roundtripDataSignature="AMtx7mj/TFuSwKBvGXk0iTt3w5RMdFzUj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8AFB64-3777-4F16-928C-DAA740C8AAD4}" v="6" dt="2025-04-03T11:55:20.2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658"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5.fntdata"/><Relationship Id="rId68" Type="http://schemas.openxmlformats.org/officeDocument/2006/relationships/theme" Target="theme/theme1.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6.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4.fntdata"/><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2.fntdata"/><Relationship Id="rId65"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MISHA ANN JOSE" userId="fdc67b78fec47de2" providerId="LiveId" clId="{698AFB64-3777-4F16-928C-DAA740C8AAD4}"/>
    <pc:docChg chg="undo custSel addSld delSld modSld sldOrd">
      <pc:chgData name="NIMISHA ANN JOSE" userId="fdc67b78fec47de2" providerId="LiveId" clId="{698AFB64-3777-4F16-928C-DAA740C8AAD4}" dt="2025-04-03T12:10:55.042" v="549" actId="20577"/>
      <pc:docMkLst>
        <pc:docMk/>
      </pc:docMkLst>
      <pc:sldChg chg="modSp mod">
        <pc:chgData name="NIMISHA ANN JOSE" userId="fdc67b78fec47de2" providerId="LiveId" clId="{698AFB64-3777-4F16-928C-DAA740C8AAD4}" dt="2025-04-03T12:08:01.353" v="533" actId="12"/>
        <pc:sldMkLst>
          <pc:docMk/>
          <pc:sldMk cId="0" sldId="270"/>
        </pc:sldMkLst>
        <pc:spChg chg="mod">
          <ac:chgData name="NIMISHA ANN JOSE" userId="fdc67b78fec47de2" providerId="LiveId" clId="{698AFB64-3777-4F16-928C-DAA740C8AAD4}" dt="2025-04-03T12:08:01.353" v="533" actId="12"/>
          <ac:spMkLst>
            <pc:docMk/>
            <pc:sldMk cId="0" sldId="270"/>
            <ac:spMk id="171" creationId="{00000000-0000-0000-0000-000000000000}"/>
          </ac:spMkLst>
        </pc:spChg>
      </pc:sldChg>
      <pc:sldChg chg="modSp mod">
        <pc:chgData name="NIMISHA ANN JOSE" userId="fdc67b78fec47de2" providerId="LiveId" clId="{698AFB64-3777-4F16-928C-DAA740C8AAD4}" dt="2025-04-03T12:10:05.441" v="541" actId="12"/>
        <pc:sldMkLst>
          <pc:docMk/>
          <pc:sldMk cId="0" sldId="290"/>
        </pc:sldMkLst>
        <pc:spChg chg="mod">
          <ac:chgData name="NIMISHA ANN JOSE" userId="fdc67b78fec47de2" providerId="LiveId" clId="{698AFB64-3777-4F16-928C-DAA740C8AAD4}" dt="2025-04-03T12:10:05.441" v="541" actId="12"/>
          <ac:spMkLst>
            <pc:docMk/>
            <pc:sldMk cId="0" sldId="290"/>
            <ac:spMk id="296" creationId="{00000000-0000-0000-0000-000000000000}"/>
          </ac:spMkLst>
        </pc:spChg>
      </pc:sldChg>
      <pc:sldChg chg="modSp mod">
        <pc:chgData name="NIMISHA ANN JOSE" userId="fdc67b78fec47de2" providerId="LiveId" clId="{698AFB64-3777-4F16-928C-DAA740C8AAD4}" dt="2025-04-03T12:09:51.992" v="539" actId="12"/>
        <pc:sldMkLst>
          <pc:docMk/>
          <pc:sldMk cId="0" sldId="291"/>
        </pc:sldMkLst>
        <pc:spChg chg="mod">
          <ac:chgData name="NIMISHA ANN JOSE" userId="fdc67b78fec47de2" providerId="LiveId" clId="{698AFB64-3777-4F16-928C-DAA740C8AAD4}" dt="2025-04-03T12:09:51.992" v="539" actId="12"/>
          <ac:spMkLst>
            <pc:docMk/>
            <pc:sldMk cId="0" sldId="291"/>
            <ac:spMk id="302" creationId="{00000000-0000-0000-0000-000000000000}"/>
          </ac:spMkLst>
        </pc:spChg>
      </pc:sldChg>
      <pc:sldChg chg="modSp mod">
        <pc:chgData name="NIMISHA ANN JOSE" userId="fdc67b78fec47de2" providerId="LiveId" clId="{698AFB64-3777-4F16-928C-DAA740C8AAD4}" dt="2025-04-03T12:10:15.183" v="542" actId="12"/>
        <pc:sldMkLst>
          <pc:docMk/>
          <pc:sldMk cId="0" sldId="292"/>
        </pc:sldMkLst>
        <pc:spChg chg="mod">
          <ac:chgData name="NIMISHA ANN JOSE" userId="fdc67b78fec47de2" providerId="LiveId" clId="{698AFB64-3777-4F16-928C-DAA740C8AAD4}" dt="2025-04-03T12:10:15.183" v="542" actId="12"/>
          <ac:spMkLst>
            <pc:docMk/>
            <pc:sldMk cId="0" sldId="292"/>
            <ac:spMk id="308" creationId="{00000000-0000-0000-0000-000000000000}"/>
          </ac:spMkLst>
        </pc:spChg>
      </pc:sldChg>
      <pc:sldChg chg="modSp mod">
        <pc:chgData name="NIMISHA ANN JOSE" userId="fdc67b78fec47de2" providerId="LiveId" clId="{698AFB64-3777-4F16-928C-DAA740C8AAD4}" dt="2025-04-03T12:10:38.355" v="546" actId="12"/>
        <pc:sldMkLst>
          <pc:docMk/>
          <pc:sldMk cId="0" sldId="302"/>
        </pc:sldMkLst>
        <pc:spChg chg="mod">
          <ac:chgData name="NIMISHA ANN JOSE" userId="fdc67b78fec47de2" providerId="LiveId" clId="{698AFB64-3777-4F16-928C-DAA740C8AAD4}" dt="2025-04-03T12:10:38.355" v="546" actId="12"/>
          <ac:spMkLst>
            <pc:docMk/>
            <pc:sldMk cId="0" sldId="302"/>
            <ac:spMk id="369" creationId="{00000000-0000-0000-0000-000000000000}"/>
          </ac:spMkLst>
        </pc:spChg>
      </pc:sldChg>
      <pc:sldChg chg="modSp mod">
        <pc:chgData name="NIMISHA ANN JOSE" userId="fdc67b78fec47de2" providerId="LiveId" clId="{698AFB64-3777-4F16-928C-DAA740C8AAD4}" dt="2025-04-03T12:10:48.905" v="548" actId="12"/>
        <pc:sldMkLst>
          <pc:docMk/>
          <pc:sldMk cId="0" sldId="303"/>
        </pc:sldMkLst>
        <pc:spChg chg="mod">
          <ac:chgData name="NIMISHA ANN JOSE" userId="fdc67b78fec47de2" providerId="LiveId" clId="{698AFB64-3777-4F16-928C-DAA740C8AAD4}" dt="2025-04-03T12:10:48.905" v="548" actId="12"/>
          <ac:spMkLst>
            <pc:docMk/>
            <pc:sldMk cId="0" sldId="303"/>
            <ac:spMk id="375" creationId="{00000000-0000-0000-0000-000000000000}"/>
          </ac:spMkLst>
        </pc:spChg>
      </pc:sldChg>
      <pc:sldChg chg="modSp mod">
        <pc:chgData name="NIMISHA ANN JOSE" userId="fdc67b78fec47de2" providerId="LiveId" clId="{698AFB64-3777-4F16-928C-DAA740C8AAD4}" dt="2025-04-03T12:09:37.029" v="537" actId="12"/>
        <pc:sldMkLst>
          <pc:docMk/>
          <pc:sldMk cId="3183651131" sldId="304"/>
        </pc:sldMkLst>
        <pc:spChg chg="mod">
          <ac:chgData name="NIMISHA ANN JOSE" userId="fdc67b78fec47de2" providerId="LiveId" clId="{698AFB64-3777-4F16-928C-DAA740C8AAD4}" dt="2025-04-03T12:09:37.029" v="537" actId="12"/>
          <ac:spMkLst>
            <pc:docMk/>
            <pc:sldMk cId="3183651131" sldId="304"/>
            <ac:spMk id="3" creationId="{894D8004-66BD-911B-E032-CC4DEA3DC808}"/>
          </ac:spMkLst>
        </pc:spChg>
      </pc:sldChg>
      <pc:sldChg chg="del">
        <pc:chgData name="NIMISHA ANN JOSE" userId="fdc67b78fec47de2" providerId="LiveId" clId="{698AFB64-3777-4F16-928C-DAA740C8AAD4}" dt="2025-04-03T12:08:55.566" v="534" actId="2696"/>
        <pc:sldMkLst>
          <pc:docMk/>
          <pc:sldMk cId="2212199947" sldId="305"/>
        </pc:sldMkLst>
      </pc:sldChg>
      <pc:sldChg chg="modSp mod">
        <pc:chgData name="NIMISHA ANN JOSE" userId="fdc67b78fec47de2" providerId="LiveId" clId="{698AFB64-3777-4F16-928C-DAA740C8AAD4}" dt="2025-04-03T12:10:55.042" v="549" actId="20577"/>
        <pc:sldMkLst>
          <pc:docMk/>
          <pc:sldMk cId="4278072367" sldId="306"/>
        </pc:sldMkLst>
        <pc:spChg chg="mod">
          <ac:chgData name="NIMISHA ANN JOSE" userId="fdc67b78fec47de2" providerId="LiveId" clId="{698AFB64-3777-4F16-928C-DAA740C8AAD4}" dt="2025-04-03T12:10:55.042" v="549" actId="20577"/>
          <ac:spMkLst>
            <pc:docMk/>
            <pc:sldMk cId="4278072367" sldId="306"/>
            <ac:spMk id="3" creationId="{A6448E16-8F89-CF1E-AA07-4E181F4A848C}"/>
          </ac:spMkLst>
        </pc:spChg>
      </pc:sldChg>
      <pc:sldChg chg="new del">
        <pc:chgData name="NIMISHA ANN JOSE" userId="fdc67b78fec47de2" providerId="LiveId" clId="{698AFB64-3777-4F16-928C-DAA740C8AAD4}" dt="2025-04-03T11:46:29.340" v="4" actId="47"/>
        <pc:sldMkLst>
          <pc:docMk/>
          <pc:sldMk cId="1423686010" sldId="310"/>
        </pc:sldMkLst>
      </pc:sldChg>
      <pc:sldChg chg="new del">
        <pc:chgData name="NIMISHA ANN JOSE" userId="fdc67b78fec47de2" providerId="LiveId" clId="{698AFB64-3777-4F16-928C-DAA740C8AAD4}" dt="2025-04-03T11:46:26.055" v="3" actId="47"/>
        <pc:sldMkLst>
          <pc:docMk/>
          <pc:sldMk cId="455072043" sldId="311"/>
        </pc:sldMkLst>
      </pc:sldChg>
      <pc:sldChg chg="modSp new mod">
        <pc:chgData name="NIMISHA ANN JOSE" userId="fdc67b78fec47de2" providerId="LiveId" clId="{698AFB64-3777-4F16-928C-DAA740C8AAD4}" dt="2025-04-03T11:47:02.360" v="32" actId="20577"/>
        <pc:sldMkLst>
          <pc:docMk/>
          <pc:sldMk cId="3490150386" sldId="312"/>
        </pc:sldMkLst>
        <pc:spChg chg="mod">
          <ac:chgData name="NIMISHA ANN JOSE" userId="fdc67b78fec47de2" providerId="LiveId" clId="{698AFB64-3777-4F16-928C-DAA740C8AAD4}" dt="2025-04-03T11:46:35.796" v="16" actId="20577"/>
          <ac:spMkLst>
            <pc:docMk/>
            <pc:sldMk cId="3490150386" sldId="312"/>
            <ac:spMk id="2" creationId="{CF53A00F-2AF0-061E-5167-28706C7BF0C8}"/>
          </ac:spMkLst>
        </pc:spChg>
        <pc:spChg chg="mod">
          <ac:chgData name="NIMISHA ANN JOSE" userId="fdc67b78fec47de2" providerId="LiveId" clId="{698AFB64-3777-4F16-928C-DAA740C8AAD4}" dt="2025-04-03T11:47:02.360" v="32" actId="20577"/>
          <ac:spMkLst>
            <pc:docMk/>
            <pc:sldMk cId="3490150386" sldId="312"/>
            <ac:spMk id="3" creationId="{A295D938-1DE3-1F62-0EDD-462E1B4081E2}"/>
          </ac:spMkLst>
        </pc:spChg>
      </pc:sldChg>
      <pc:sldChg chg="modSp new del mod">
        <pc:chgData name="NIMISHA ANN JOSE" userId="fdc67b78fec47de2" providerId="LiveId" clId="{698AFB64-3777-4F16-928C-DAA740C8AAD4}" dt="2025-04-03T11:47:18.159" v="45" actId="2696"/>
        <pc:sldMkLst>
          <pc:docMk/>
          <pc:sldMk cId="842890342" sldId="313"/>
        </pc:sldMkLst>
        <pc:spChg chg="mod">
          <ac:chgData name="NIMISHA ANN JOSE" userId="fdc67b78fec47de2" providerId="LiveId" clId="{698AFB64-3777-4F16-928C-DAA740C8AAD4}" dt="2025-04-03T11:47:15.001" v="44" actId="5793"/>
          <ac:spMkLst>
            <pc:docMk/>
            <pc:sldMk cId="842890342" sldId="313"/>
            <ac:spMk id="3" creationId="{49E47EA3-4D6E-ADFB-35BB-E12F5CC0EC5A}"/>
          </ac:spMkLst>
        </pc:spChg>
      </pc:sldChg>
      <pc:sldChg chg="addSp modSp new mod">
        <pc:chgData name="NIMISHA ANN JOSE" userId="fdc67b78fec47de2" providerId="LiveId" clId="{698AFB64-3777-4F16-928C-DAA740C8AAD4}" dt="2025-04-03T12:03:51.223" v="438" actId="21"/>
        <pc:sldMkLst>
          <pc:docMk/>
          <pc:sldMk cId="2414542768" sldId="313"/>
        </pc:sldMkLst>
        <pc:spChg chg="mod">
          <ac:chgData name="NIMISHA ANN JOSE" userId="fdc67b78fec47de2" providerId="LiveId" clId="{698AFB64-3777-4F16-928C-DAA740C8AAD4}" dt="2025-04-03T12:03:51.223" v="438" actId="21"/>
          <ac:spMkLst>
            <pc:docMk/>
            <pc:sldMk cId="2414542768" sldId="313"/>
            <ac:spMk id="3" creationId="{C9B7602C-AEDC-8E5D-9272-71587798437C}"/>
          </ac:spMkLst>
        </pc:spChg>
        <pc:spChg chg="add">
          <ac:chgData name="NIMISHA ANN JOSE" userId="fdc67b78fec47de2" providerId="LiveId" clId="{698AFB64-3777-4F16-928C-DAA740C8AAD4}" dt="2025-04-03T11:48:02.747" v="59"/>
          <ac:spMkLst>
            <pc:docMk/>
            <pc:sldMk cId="2414542768" sldId="313"/>
            <ac:spMk id="4" creationId="{6A35EDB5-2E57-D79E-DAF1-FF058B210E28}"/>
          </ac:spMkLst>
        </pc:spChg>
        <pc:spChg chg="add">
          <ac:chgData name="NIMISHA ANN JOSE" userId="fdc67b78fec47de2" providerId="LiveId" clId="{698AFB64-3777-4F16-928C-DAA740C8AAD4}" dt="2025-04-03T11:55:13.995" v="195"/>
          <ac:spMkLst>
            <pc:docMk/>
            <pc:sldMk cId="2414542768" sldId="313"/>
            <ac:spMk id="5" creationId="{C1961DC4-1A50-6F57-D3CD-ECC2F3FE5695}"/>
          </ac:spMkLst>
        </pc:spChg>
      </pc:sldChg>
      <pc:sldChg chg="new del">
        <pc:chgData name="NIMISHA ANN JOSE" userId="fdc67b78fec47de2" providerId="LiveId" clId="{698AFB64-3777-4F16-928C-DAA740C8AAD4}" dt="2025-04-03T11:52:12.179" v="183" actId="47"/>
        <pc:sldMkLst>
          <pc:docMk/>
          <pc:sldMk cId="2841886201" sldId="314"/>
        </pc:sldMkLst>
      </pc:sldChg>
      <pc:sldChg chg="modSp new mod">
        <pc:chgData name="NIMISHA ANN JOSE" userId="fdc67b78fec47de2" providerId="LiveId" clId="{698AFB64-3777-4F16-928C-DAA740C8AAD4}" dt="2025-04-03T12:00:10.853" v="205" actId="6549"/>
        <pc:sldMkLst>
          <pc:docMk/>
          <pc:sldMk cId="1057993035" sldId="315"/>
        </pc:sldMkLst>
        <pc:spChg chg="mod">
          <ac:chgData name="NIMISHA ANN JOSE" userId="fdc67b78fec47de2" providerId="LiveId" clId="{698AFB64-3777-4F16-928C-DAA740C8AAD4}" dt="2025-04-03T12:00:10.853" v="205" actId="6549"/>
          <ac:spMkLst>
            <pc:docMk/>
            <pc:sldMk cId="1057993035" sldId="315"/>
            <ac:spMk id="3" creationId="{91A3EFCB-8CE2-F1AD-303F-26529BCF2787}"/>
          </ac:spMkLst>
        </pc:spChg>
      </pc:sldChg>
      <pc:sldChg chg="new del">
        <pc:chgData name="NIMISHA ANN JOSE" userId="fdc67b78fec47de2" providerId="LiveId" clId="{698AFB64-3777-4F16-928C-DAA740C8AAD4}" dt="2025-04-03T11:52:56.725" v="193" actId="47"/>
        <pc:sldMkLst>
          <pc:docMk/>
          <pc:sldMk cId="2783382019" sldId="316"/>
        </pc:sldMkLst>
      </pc:sldChg>
      <pc:sldChg chg="modSp new mod">
        <pc:chgData name="NIMISHA ANN JOSE" userId="fdc67b78fec47de2" providerId="LiveId" clId="{698AFB64-3777-4F16-928C-DAA740C8AAD4}" dt="2025-04-03T11:52:50.131" v="192" actId="20577"/>
        <pc:sldMkLst>
          <pc:docMk/>
          <pc:sldMk cId="2720551898" sldId="317"/>
        </pc:sldMkLst>
        <pc:spChg chg="mod">
          <ac:chgData name="NIMISHA ANN JOSE" userId="fdc67b78fec47de2" providerId="LiveId" clId="{698AFB64-3777-4F16-928C-DAA740C8AAD4}" dt="2025-04-03T11:52:50.131" v="192" actId="20577"/>
          <ac:spMkLst>
            <pc:docMk/>
            <pc:sldMk cId="2720551898" sldId="317"/>
            <ac:spMk id="3" creationId="{97B45B46-212F-CCB8-DBE7-E9703305C5D8}"/>
          </ac:spMkLst>
        </pc:spChg>
      </pc:sldChg>
      <pc:sldChg chg="new del">
        <pc:chgData name="NIMISHA ANN JOSE" userId="fdc67b78fec47de2" providerId="LiveId" clId="{698AFB64-3777-4F16-928C-DAA740C8AAD4}" dt="2025-04-03T11:52:13.696" v="184" actId="47"/>
        <pc:sldMkLst>
          <pc:docMk/>
          <pc:sldMk cId="69565399" sldId="318"/>
        </pc:sldMkLst>
      </pc:sldChg>
      <pc:sldChg chg="new del">
        <pc:chgData name="NIMISHA ANN JOSE" userId="fdc67b78fec47de2" providerId="LiveId" clId="{698AFB64-3777-4F16-928C-DAA740C8AAD4}" dt="2025-04-03T11:52:08.302" v="182" actId="47"/>
        <pc:sldMkLst>
          <pc:docMk/>
          <pc:sldMk cId="2742847345" sldId="319"/>
        </pc:sldMkLst>
      </pc:sldChg>
      <pc:sldChg chg="modSp new mod">
        <pc:chgData name="NIMISHA ANN JOSE" userId="fdc67b78fec47de2" providerId="LiveId" clId="{698AFB64-3777-4F16-928C-DAA740C8AAD4}" dt="2025-04-03T11:52:25.410" v="185" actId="113"/>
        <pc:sldMkLst>
          <pc:docMk/>
          <pc:sldMk cId="363301604" sldId="320"/>
        </pc:sldMkLst>
        <pc:spChg chg="mod">
          <ac:chgData name="NIMISHA ANN JOSE" userId="fdc67b78fec47de2" providerId="LiveId" clId="{698AFB64-3777-4F16-928C-DAA740C8AAD4}" dt="2025-04-03T11:52:25.410" v="185" actId="113"/>
          <ac:spMkLst>
            <pc:docMk/>
            <pc:sldMk cId="363301604" sldId="320"/>
            <ac:spMk id="3" creationId="{464EF468-D931-3601-6AA4-A2E2A7F68CFD}"/>
          </ac:spMkLst>
        </pc:spChg>
      </pc:sldChg>
      <pc:sldChg chg="new del">
        <pc:chgData name="NIMISHA ANN JOSE" userId="fdc67b78fec47de2" providerId="LiveId" clId="{698AFB64-3777-4F16-928C-DAA740C8AAD4}" dt="2025-04-03T12:00:37.276" v="210" actId="47"/>
        <pc:sldMkLst>
          <pc:docMk/>
          <pc:sldMk cId="1878735123" sldId="321"/>
        </pc:sldMkLst>
      </pc:sldChg>
      <pc:sldChg chg="new del">
        <pc:chgData name="NIMISHA ANN JOSE" userId="fdc67b78fec47de2" providerId="LiveId" clId="{698AFB64-3777-4F16-928C-DAA740C8AAD4}" dt="2025-04-03T12:00:38.788" v="211" actId="47"/>
        <pc:sldMkLst>
          <pc:docMk/>
          <pc:sldMk cId="980954355" sldId="322"/>
        </pc:sldMkLst>
      </pc:sldChg>
      <pc:sldChg chg="new del">
        <pc:chgData name="NIMISHA ANN JOSE" userId="fdc67b78fec47de2" providerId="LiveId" clId="{698AFB64-3777-4F16-928C-DAA740C8AAD4}" dt="2025-04-03T12:00:39.864" v="212" actId="47"/>
        <pc:sldMkLst>
          <pc:docMk/>
          <pc:sldMk cId="1468552078" sldId="323"/>
        </pc:sldMkLst>
      </pc:sldChg>
      <pc:sldChg chg="modSp new mod">
        <pc:chgData name="NIMISHA ANN JOSE" userId="fdc67b78fec47de2" providerId="LiveId" clId="{698AFB64-3777-4F16-928C-DAA740C8AAD4}" dt="2025-04-03T12:04:05.341" v="442"/>
        <pc:sldMkLst>
          <pc:docMk/>
          <pc:sldMk cId="390499674" sldId="324"/>
        </pc:sldMkLst>
        <pc:spChg chg="mod">
          <ac:chgData name="NIMISHA ANN JOSE" userId="fdc67b78fec47de2" providerId="LiveId" clId="{698AFB64-3777-4F16-928C-DAA740C8AAD4}" dt="2025-04-03T12:04:05.341" v="442"/>
          <ac:spMkLst>
            <pc:docMk/>
            <pc:sldMk cId="390499674" sldId="324"/>
            <ac:spMk id="3" creationId="{11BA11A8-E3F8-A478-DCF1-78D6F527ECC2}"/>
          </ac:spMkLst>
        </pc:spChg>
      </pc:sldChg>
      <pc:sldChg chg="new del">
        <pc:chgData name="NIMISHA ANN JOSE" userId="fdc67b78fec47de2" providerId="LiveId" clId="{698AFB64-3777-4F16-928C-DAA740C8AAD4}" dt="2025-04-03T12:01:32.149" v="226" actId="47"/>
        <pc:sldMkLst>
          <pc:docMk/>
          <pc:sldMk cId="458736966" sldId="325"/>
        </pc:sldMkLst>
      </pc:sldChg>
      <pc:sldChg chg="modSp new mod ord">
        <pc:chgData name="NIMISHA ANN JOSE" userId="fdc67b78fec47de2" providerId="LiveId" clId="{698AFB64-3777-4F16-928C-DAA740C8AAD4}" dt="2025-04-03T12:04:00.537" v="441" actId="21"/>
        <pc:sldMkLst>
          <pc:docMk/>
          <pc:sldMk cId="711253151" sldId="325"/>
        </pc:sldMkLst>
        <pc:spChg chg="mod">
          <ac:chgData name="NIMISHA ANN JOSE" userId="fdc67b78fec47de2" providerId="LiveId" clId="{698AFB64-3777-4F16-928C-DAA740C8AAD4}" dt="2025-04-03T12:04:00.537" v="441" actId="21"/>
          <ac:spMkLst>
            <pc:docMk/>
            <pc:sldMk cId="711253151" sldId="325"/>
            <ac:spMk id="3" creationId="{4BE9D224-E919-223E-76E1-4E87A77B46B7}"/>
          </ac:spMkLst>
        </pc:spChg>
      </pc:sldChg>
      <pc:sldChg chg="new del">
        <pc:chgData name="NIMISHA ANN JOSE" userId="fdc67b78fec47de2" providerId="LiveId" clId="{698AFB64-3777-4F16-928C-DAA740C8AAD4}" dt="2025-04-03T12:01:27.172" v="224" actId="47"/>
        <pc:sldMkLst>
          <pc:docMk/>
          <pc:sldMk cId="2521367411" sldId="325"/>
        </pc:sldMkLst>
      </pc:sldChg>
      <pc:sldChg chg="addSp modSp new mod">
        <pc:chgData name="NIMISHA ANN JOSE" userId="fdc67b78fec47de2" providerId="LiveId" clId="{698AFB64-3777-4F16-928C-DAA740C8AAD4}" dt="2025-04-03T12:07:12.449" v="532" actId="14100"/>
        <pc:sldMkLst>
          <pc:docMk/>
          <pc:sldMk cId="588064049" sldId="326"/>
        </pc:sldMkLst>
        <pc:spChg chg="mod">
          <ac:chgData name="NIMISHA ANN JOSE" userId="fdc67b78fec47de2" providerId="LiveId" clId="{698AFB64-3777-4F16-928C-DAA740C8AAD4}" dt="2025-04-03T12:05:10.904" v="530" actId="20577"/>
          <ac:spMkLst>
            <pc:docMk/>
            <pc:sldMk cId="588064049" sldId="326"/>
            <ac:spMk id="2" creationId="{A7FAD024-57A5-F69A-00D9-B5A5D40CCD1F}"/>
          </ac:spMkLst>
        </pc:spChg>
        <pc:picChg chg="add mod">
          <ac:chgData name="NIMISHA ANN JOSE" userId="fdc67b78fec47de2" providerId="LiveId" clId="{698AFB64-3777-4F16-928C-DAA740C8AAD4}" dt="2025-04-03T12:07:12.449" v="532" actId="14100"/>
          <ac:picMkLst>
            <pc:docMk/>
            <pc:sldMk cId="588064049" sldId="326"/>
            <ac:picMk id="5" creationId="{7858DFD7-6F23-E1DC-E659-DD5C4CE9B833}"/>
          </ac:picMkLst>
        </pc:picChg>
      </pc:sldChg>
      <pc:sldChg chg="new del">
        <pc:chgData name="NIMISHA ANN JOSE" userId="fdc67b78fec47de2" providerId="LiveId" clId="{698AFB64-3777-4F16-928C-DAA740C8AAD4}" dt="2025-04-03T12:04:40.039" v="444" actId="680"/>
        <pc:sldMkLst>
          <pc:docMk/>
          <pc:sldMk cId="1622983368" sldId="326"/>
        </pc:sldMkLst>
      </pc:sldChg>
      <pc:sldMasterChg chg="delSldLayout">
        <pc:chgData name="NIMISHA ANN JOSE" userId="fdc67b78fec47de2" providerId="LiveId" clId="{698AFB64-3777-4F16-928C-DAA740C8AAD4}" dt="2025-04-03T12:01:32.149" v="226" actId="47"/>
        <pc:sldMasterMkLst>
          <pc:docMk/>
          <pc:sldMasterMk cId="0" sldId="2147483648"/>
        </pc:sldMasterMkLst>
        <pc:sldLayoutChg chg="del">
          <pc:chgData name="NIMISHA ANN JOSE" userId="fdc67b78fec47de2" providerId="LiveId" clId="{698AFB64-3777-4F16-928C-DAA740C8AAD4}" dt="2025-04-03T11:46:29.340" v="4" actId="47"/>
          <pc:sldLayoutMkLst>
            <pc:docMk/>
            <pc:sldMasterMk cId="0" sldId="2147483648"/>
            <pc:sldLayoutMk cId="0" sldId="2147483651"/>
          </pc:sldLayoutMkLst>
        </pc:sldLayoutChg>
        <pc:sldLayoutChg chg="del">
          <pc:chgData name="NIMISHA ANN JOSE" userId="fdc67b78fec47de2" providerId="LiveId" clId="{698AFB64-3777-4F16-928C-DAA740C8AAD4}" dt="2025-04-03T11:47:18.159" v="45" actId="2696"/>
          <pc:sldLayoutMkLst>
            <pc:docMk/>
            <pc:sldMasterMk cId="0" sldId="2147483648"/>
            <pc:sldLayoutMk cId="0" sldId="2147483652"/>
          </pc:sldLayoutMkLst>
        </pc:sldLayoutChg>
        <pc:sldLayoutChg chg="del">
          <pc:chgData name="NIMISHA ANN JOSE" userId="fdc67b78fec47de2" providerId="LiveId" clId="{698AFB64-3777-4F16-928C-DAA740C8AAD4}" dt="2025-04-03T11:52:56.725" v="193" actId="47"/>
          <pc:sldLayoutMkLst>
            <pc:docMk/>
            <pc:sldMasterMk cId="0" sldId="2147483648"/>
            <pc:sldLayoutMk cId="0" sldId="2147483653"/>
          </pc:sldLayoutMkLst>
        </pc:sldLayoutChg>
        <pc:sldLayoutChg chg="del">
          <pc:chgData name="NIMISHA ANN JOSE" userId="fdc67b78fec47de2" providerId="LiveId" clId="{698AFB64-3777-4F16-928C-DAA740C8AAD4}" dt="2025-04-03T12:00:39.864" v="212" actId="47"/>
          <pc:sldLayoutMkLst>
            <pc:docMk/>
            <pc:sldMasterMk cId="0" sldId="2147483648"/>
            <pc:sldLayoutMk cId="0" sldId="2147483654"/>
          </pc:sldLayoutMkLst>
        </pc:sldLayoutChg>
        <pc:sldLayoutChg chg="del">
          <pc:chgData name="NIMISHA ANN JOSE" userId="fdc67b78fec47de2" providerId="LiveId" clId="{698AFB64-3777-4F16-928C-DAA740C8AAD4}" dt="2025-04-03T12:01:27.172" v="224" actId="47"/>
          <pc:sldLayoutMkLst>
            <pc:docMk/>
            <pc:sldMasterMk cId="0" sldId="2147483648"/>
            <pc:sldLayoutMk cId="0" sldId="2147483655"/>
          </pc:sldLayoutMkLst>
        </pc:sldLayoutChg>
        <pc:sldLayoutChg chg="del">
          <pc:chgData name="NIMISHA ANN JOSE" userId="fdc67b78fec47de2" providerId="LiveId" clId="{698AFB64-3777-4F16-928C-DAA740C8AAD4}" dt="2025-04-03T12:01:32.149" v="226" actId="47"/>
          <pc:sldLayoutMkLst>
            <pc:docMk/>
            <pc:sldMasterMk cId="0" sldId="2147483648"/>
            <pc:sldLayoutMk cId="0" sldId="214748365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3b6f0205b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3b6f0205b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 name="Google Shape;250;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 name="Google Shape;262;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3b506c192d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3b506c192d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3b506c192d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33b506c192d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3b506c192d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3b506c192d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3b506c192d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3b506c192d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3b506c192d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3b506c192d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3b506c192d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33b506c192d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3b506c192d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33b506c192d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3b506c192d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33b506c192d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3b506c192d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3b506c192d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3b506c192d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33b506c192d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33b506c192d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33b506c192d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33b506c192d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33b506c192d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90425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33b506c192d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33b506c192d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33b506c192d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33b506c192d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9"/>
          <p:cNvSpPr>
            <a:spLocks noGrp="1"/>
          </p:cNvSpPr>
          <p:nvPr>
            <p:ph type="pic" idx="2"/>
          </p:nvPr>
        </p:nvSpPr>
        <p:spPr>
          <a:xfrm>
            <a:off x="5183188" y="987425"/>
            <a:ext cx="6172200" cy="4873625"/>
          </a:xfrm>
          <a:prstGeom prst="rect">
            <a:avLst/>
          </a:prstGeom>
          <a:noFill/>
          <a:ln>
            <a:noFill/>
          </a:ln>
        </p:spPr>
      </p:sp>
      <p:sp>
        <p:nvSpPr>
          <p:cNvPr id="64" name="Google Shape;64;p3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4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7" r:id="rId2"/>
    <p:sldLayoutId id="2147483658" r:id="rId3"/>
    <p:sldLayoutId id="2147483659"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GB"/>
              <a:t>Inheritance</a:t>
            </a:r>
            <a:endParaRPr/>
          </a:p>
        </p:txBody>
      </p:sp>
      <p:sp>
        <p:nvSpPr>
          <p:cNvPr id="91" name="Google Shape;91;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GB" dirty="0">
                <a:solidFill>
                  <a:srgbClr val="FF0000"/>
                </a:solidFill>
              </a:rPr>
              <a:t>The process of creating a new class from existing classes is called inheritance</a:t>
            </a:r>
            <a:r>
              <a:rPr lang="en-GB" dirty="0"/>
              <a:t>.</a:t>
            </a:r>
            <a:endParaRPr dirty="0"/>
          </a:p>
          <a:p>
            <a:pPr marL="228600" lvl="0" indent="-228600" algn="l" rtl="0">
              <a:lnSpc>
                <a:spcPct val="90000"/>
              </a:lnSpc>
              <a:spcBef>
                <a:spcPts val="1000"/>
              </a:spcBef>
              <a:spcAft>
                <a:spcPts val="0"/>
              </a:spcAft>
              <a:buClr>
                <a:schemeClr val="dk1"/>
              </a:buClr>
              <a:buSzPts val="2800"/>
              <a:buChar char="•"/>
            </a:pPr>
            <a:r>
              <a:rPr lang="en-GB" dirty="0"/>
              <a:t> </a:t>
            </a:r>
            <a:r>
              <a:rPr lang="en-GB" dirty="0">
                <a:solidFill>
                  <a:srgbClr val="FF0000"/>
                </a:solidFill>
              </a:rPr>
              <a:t>The newly created class is called derived class and the existing class is called the base class</a:t>
            </a:r>
            <a:r>
              <a:rPr lang="en-GB" dirty="0"/>
              <a:t>. </a:t>
            </a:r>
            <a:endParaRPr dirty="0"/>
          </a:p>
          <a:p>
            <a:pPr marL="228600" lvl="0" indent="-228600" algn="l" rtl="0">
              <a:lnSpc>
                <a:spcPct val="90000"/>
              </a:lnSpc>
              <a:spcBef>
                <a:spcPts val="1000"/>
              </a:spcBef>
              <a:spcAft>
                <a:spcPts val="0"/>
              </a:spcAft>
              <a:buClr>
                <a:schemeClr val="dk1"/>
              </a:buClr>
              <a:buSzPts val="2800"/>
              <a:buChar char="•"/>
            </a:pPr>
            <a:r>
              <a:rPr lang="en-GB" dirty="0"/>
              <a:t>The derived class inherits some or all of the characteristics of the base class.</a:t>
            </a:r>
            <a:endParaRPr dirty="0"/>
          </a:p>
          <a:p>
            <a:pPr marL="228600" lvl="0" indent="-228600" algn="l" rtl="0">
              <a:lnSpc>
                <a:spcPct val="90000"/>
              </a:lnSpc>
              <a:spcBef>
                <a:spcPts val="1000"/>
              </a:spcBef>
              <a:spcAft>
                <a:spcPts val="0"/>
              </a:spcAft>
              <a:buClr>
                <a:schemeClr val="dk1"/>
              </a:buClr>
              <a:buSzPts val="2800"/>
              <a:buChar char="•"/>
            </a:pPr>
            <a:r>
              <a:rPr lang="en-GB" dirty="0"/>
              <a:t> Derived class may also possess some other characteristics which are not in the base class.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GB"/>
              <a:t>Advantages of Inheritance</a:t>
            </a:r>
            <a:endParaRPr/>
          </a:p>
        </p:txBody>
      </p:sp>
      <p:sp>
        <p:nvSpPr>
          <p:cNvPr id="97" name="Google Shape;97;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GB"/>
              <a:t>1)Reusability</a:t>
            </a:r>
            <a:endParaRPr/>
          </a:p>
          <a:p>
            <a:pPr marL="685800" lvl="1" indent="-228600" algn="l" rtl="0">
              <a:lnSpc>
                <a:spcPct val="90000"/>
              </a:lnSpc>
              <a:spcBef>
                <a:spcPts val="500"/>
              </a:spcBef>
              <a:spcAft>
                <a:spcPts val="0"/>
              </a:spcAft>
              <a:buClr>
                <a:schemeClr val="dk1"/>
              </a:buClr>
              <a:buSzPts val="2400"/>
              <a:buChar char="•"/>
            </a:pPr>
            <a:r>
              <a:rPr lang="en-GB"/>
              <a:t> Reusability is an important feature of Object Oriented Programming. </a:t>
            </a:r>
            <a:endParaRPr/>
          </a:p>
          <a:p>
            <a:pPr marL="685800" lvl="1" indent="-228600" algn="l" rtl="0">
              <a:lnSpc>
                <a:spcPct val="90000"/>
              </a:lnSpc>
              <a:spcBef>
                <a:spcPts val="500"/>
              </a:spcBef>
              <a:spcAft>
                <a:spcPts val="0"/>
              </a:spcAft>
              <a:buClr>
                <a:schemeClr val="dk1"/>
              </a:buClr>
              <a:buSzPts val="2400"/>
              <a:buChar char="•"/>
            </a:pPr>
            <a:r>
              <a:rPr lang="en-GB"/>
              <a:t>We can reuse code in many situations with the help of inheritance. </a:t>
            </a:r>
            <a:endParaRPr/>
          </a:p>
          <a:p>
            <a:pPr marL="685800" lvl="1" indent="-228600" algn="l" rtl="0">
              <a:lnSpc>
                <a:spcPct val="90000"/>
              </a:lnSpc>
              <a:spcBef>
                <a:spcPts val="500"/>
              </a:spcBef>
              <a:spcAft>
                <a:spcPts val="0"/>
              </a:spcAft>
              <a:buClr>
                <a:schemeClr val="dk1"/>
              </a:buClr>
              <a:buSzPts val="2400"/>
              <a:buChar char="•"/>
            </a:pPr>
            <a:r>
              <a:rPr lang="en-GB"/>
              <a:t>The base class is defined and once it is compiled, it need not be rewritten. </a:t>
            </a:r>
            <a:endParaRPr/>
          </a:p>
          <a:p>
            <a:pPr marL="685800" lvl="1" indent="-228600" algn="l" rtl="0">
              <a:lnSpc>
                <a:spcPct val="90000"/>
              </a:lnSpc>
              <a:spcBef>
                <a:spcPts val="500"/>
              </a:spcBef>
              <a:spcAft>
                <a:spcPts val="0"/>
              </a:spcAft>
              <a:buClr>
                <a:schemeClr val="dk1"/>
              </a:buClr>
              <a:buSzPts val="2400"/>
              <a:buChar char="•"/>
            </a:pPr>
            <a:r>
              <a:rPr lang="en-GB"/>
              <a:t>Using the concept of inheritance the programmer can create as many derived classes from the base class as needed.</a:t>
            </a:r>
            <a:endParaRPr/>
          </a:p>
          <a:p>
            <a:pPr marL="685800" lvl="1" indent="-228600" algn="l" rtl="0">
              <a:lnSpc>
                <a:spcPct val="90000"/>
              </a:lnSpc>
              <a:spcBef>
                <a:spcPts val="500"/>
              </a:spcBef>
              <a:spcAft>
                <a:spcPts val="0"/>
              </a:spcAft>
              <a:buClr>
                <a:schemeClr val="dk1"/>
              </a:buClr>
              <a:buSzPts val="2400"/>
              <a:buChar char="•"/>
            </a:pPr>
            <a:r>
              <a:rPr lang="en-GB"/>
              <a:t> New features can also be added to each derived class when required.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endParaRPr/>
          </a:p>
        </p:txBody>
      </p:sp>
      <p:sp>
        <p:nvSpPr>
          <p:cNvPr id="103" name="Google Shape;103;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GB"/>
              <a:t>2) Reliability and Cost</a:t>
            </a:r>
            <a:endParaRPr/>
          </a:p>
          <a:p>
            <a:pPr marL="228600" lvl="0" indent="-228600" algn="l" rtl="0">
              <a:lnSpc>
                <a:spcPct val="90000"/>
              </a:lnSpc>
              <a:spcBef>
                <a:spcPts val="1000"/>
              </a:spcBef>
              <a:spcAft>
                <a:spcPts val="0"/>
              </a:spcAft>
              <a:buClr>
                <a:schemeClr val="dk1"/>
              </a:buClr>
              <a:buSzPts val="2800"/>
              <a:buChar char="•"/>
            </a:pPr>
            <a:r>
              <a:rPr lang="en-GB"/>
              <a:t> Reusability would not only save time but also increase reliability and decrease maintenance cost. </a:t>
            </a:r>
            <a:endParaRPr/>
          </a:p>
          <a:p>
            <a:pPr marL="514350" lvl="0" indent="-514350" algn="l" rtl="0">
              <a:lnSpc>
                <a:spcPct val="90000"/>
              </a:lnSpc>
              <a:spcBef>
                <a:spcPts val="1000"/>
              </a:spcBef>
              <a:spcAft>
                <a:spcPts val="0"/>
              </a:spcAft>
              <a:buClr>
                <a:schemeClr val="dk1"/>
              </a:buClr>
              <a:buSzPts val="2800"/>
              <a:buAutoNum type="arabicParenR" startAt="3"/>
            </a:pPr>
            <a:r>
              <a:rPr lang="en-GB"/>
              <a:t>Saves Time and Effort </a:t>
            </a:r>
            <a:endParaRPr/>
          </a:p>
          <a:p>
            <a:pPr marL="228600" lvl="0" indent="-228600" algn="l" rtl="0">
              <a:lnSpc>
                <a:spcPct val="90000"/>
              </a:lnSpc>
              <a:spcBef>
                <a:spcPts val="1000"/>
              </a:spcBef>
              <a:spcAft>
                <a:spcPts val="0"/>
              </a:spcAft>
              <a:buClr>
                <a:schemeClr val="dk1"/>
              </a:buClr>
              <a:buSzPts val="2800"/>
              <a:buChar char="•"/>
            </a:pPr>
            <a:r>
              <a:rPr lang="en-GB"/>
              <a:t>The reuse of class that has already been tested, debugged and used many times can save us the effort of developing and testing the same again.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GB"/>
              <a:t>Disadvantages of Inheritance</a:t>
            </a:r>
            <a:endParaRPr/>
          </a:p>
        </p:txBody>
      </p:sp>
      <p:sp>
        <p:nvSpPr>
          <p:cNvPr id="109" name="Google Shape;109;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GB"/>
              <a:t>Inappropriate use of inheritance makes a program more complicated. </a:t>
            </a:r>
            <a:endParaRPr/>
          </a:p>
          <a:p>
            <a:pPr marL="228600" lvl="0" indent="-228600" algn="l" rtl="0">
              <a:lnSpc>
                <a:spcPct val="90000"/>
              </a:lnSpc>
              <a:spcBef>
                <a:spcPts val="1000"/>
              </a:spcBef>
              <a:spcAft>
                <a:spcPts val="0"/>
              </a:spcAft>
              <a:buClr>
                <a:schemeClr val="dk1"/>
              </a:buClr>
              <a:buSzPts val="2800"/>
              <a:buChar char="•"/>
            </a:pPr>
            <a:r>
              <a:rPr lang="en-GB"/>
              <a:t>In the class hierarchy various data elements remain unused, the memory allocated to them is not utilized.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GB"/>
              <a:t>Defining a Derived Class</a:t>
            </a:r>
            <a:endParaRPr/>
          </a:p>
        </p:txBody>
      </p:sp>
      <p:sp>
        <p:nvSpPr>
          <p:cNvPr id="115" name="Google Shape;115;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GB"/>
              <a:t>A derived class is defined by specifying its relationship with the base class in addition to its own details. </a:t>
            </a:r>
            <a:endParaRPr/>
          </a:p>
          <a:p>
            <a:pPr marL="228600" lvl="0" indent="-228600" algn="l" rtl="0">
              <a:lnSpc>
                <a:spcPct val="90000"/>
              </a:lnSpc>
              <a:spcBef>
                <a:spcPts val="1000"/>
              </a:spcBef>
              <a:spcAft>
                <a:spcPts val="0"/>
              </a:spcAft>
              <a:buClr>
                <a:schemeClr val="dk1"/>
              </a:buClr>
              <a:buSzPts val="2800"/>
              <a:buChar char="•"/>
            </a:pPr>
            <a:r>
              <a:rPr lang="en-GB"/>
              <a:t>The general form of deriving a new class from an existing class is as follows:</a:t>
            </a:r>
            <a:endParaRPr/>
          </a:p>
          <a:p>
            <a:pPr marL="228600" lvl="0" indent="-50800" algn="l" rtl="0">
              <a:lnSpc>
                <a:spcPct val="90000"/>
              </a:lnSpc>
              <a:spcBef>
                <a:spcPts val="1000"/>
              </a:spcBef>
              <a:spcAft>
                <a:spcPts val="0"/>
              </a:spcAft>
              <a:buClr>
                <a:schemeClr val="dk1"/>
              </a:buClr>
              <a:buSzPts val="2800"/>
              <a:buNone/>
            </a:pPr>
            <a:endParaRPr/>
          </a:p>
        </p:txBody>
      </p:sp>
      <p:pic>
        <p:nvPicPr>
          <p:cNvPr id="116" name="Google Shape;116;p6"/>
          <p:cNvPicPr preferRelativeResize="0"/>
          <p:nvPr/>
        </p:nvPicPr>
        <p:blipFill rotWithShape="1">
          <a:blip r:embed="rId3">
            <a:alphaModFix/>
          </a:blip>
          <a:srcRect/>
          <a:stretch/>
        </p:blipFill>
        <p:spPr>
          <a:xfrm>
            <a:off x="3890922" y="3429000"/>
            <a:ext cx="5774589" cy="2286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endParaRPr/>
          </a:p>
        </p:txBody>
      </p:sp>
      <p:sp>
        <p:nvSpPr>
          <p:cNvPr id="122" name="Google Shape;122;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GB"/>
              <a:t>The derived class name and the base class name are separated by a colon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g33b6f0205b9_0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GB"/>
              <a:t>In C++, access specifiers control the visibility of class members (variables and functions) in different scopes.</a:t>
            </a:r>
            <a:endParaRPr/>
          </a:p>
        </p:txBody>
      </p:sp>
      <p:sp>
        <p:nvSpPr>
          <p:cNvPr id="128" name="Google Shape;128;g33b6f0205b9_0_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pic>
        <p:nvPicPr>
          <p:cNvPr id="129" name="Google Shape;129;g33b6f0205b9_0_0"/>
          <p:cNvPicPr preferRelativeResize="0"/>
          <p:nvPr/>
        </p:nvPicPr>
        <p:blipFill>
          <a:blip r:embed="rId3">
            <a:alphaModFix/>
          </a:blip>
          <a:stretch>
            <a:fillRect/>
          </a:stretch>
        </p:blipFill>
        <p:spPr>
          <a:xfrm>
            <a:off x="1390650" y="1976438"/>
            <a:ext cx="9410700" cy="2905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GB"/>
              <a:t>Accessing Base Class Members</a:t>
            </a:r>
            <a:endParaRPr/>
          </a:p>
        </p:txBody>
      </p:sp>
      <p:sp>
        <p:nvSpPr>
          <p:cNvPr id="141" name="Google Shape;141;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GB"/>
              <a:t>We can derive classes using any of the three base class access specifiers: public, private or protected. </a:t>
            </a:r>
            <a:endParaRPr/>
          </a:p>
          <a:p>
            <a:pPr marL="228600" lvl="0" indent="-228600" algn="l" rtl="0">
              <a:lnSpc>
                <a:spcPct val="90000"/>
              </a:lnSpc>
              <a:spcBef>
                <a:spcPts val="1000"/>
              </a:spcBef>
              <a:spcAft>
                <a:spcPts val="0"/>
              </a:spcAft>
              <a:buClr>
                <a:schemeClr val="dk1"/>
              </a:buClr>
              <a:buSzPts val="2800"/>
              <a:buChar char="•"/>
            </a:pPr>
            <a:r>
              <a:rPr lang="en-GB"/>
              <a:t>If we do not specify the access specifier, then by default it will be private.</a:t>
            </a:r>
            <a:endParaRPr/>
          </a:p>
          <a:p>
            <a:pPr marL="228600" lvl="0" indent="-228600" algn="l" rtl="0">
              <a:lnSpc>
                <a:spcPct val="90000"/>
              </a:lnSpc>
              <a:spcBef>
                <a:spcPts val="1000"/>
              </a:spcBef>
              <a:spcAft>
                <a:spcPts val="0"/>
              </a:spcAft>
              <a:buClr>
                <a:schemeClr val="dk1"/>
              </a:buClr>
              <a:buSzPts val="2800"/>
              <a:buChar char="•"/>
            </a:pPr>
            <a:r>
              <a:rPr lang="en-GB"/>
              <a:t> Generally, it is convenient to specify the access specifier while deriving a class.</a:t>
            </a:r>
            <a:endParaRPr/>
          </a:p>
          <a:p>
            <a:pPr marL="228600" lvl="0" indent="-228600" algn="l" rtl="0">
              <a:lnSpc>
                <a:spcPct val="90000"/>
              </a:lnSpc>
              <a:spcBef>
                <a:spcPts val="1000"/>
              </a:spcBef>
              <a:spcAft>
                <a:spcPts val="0"/>
              </a:spcAft>
              <a:buClr>
                <a:schemeClr val="dk1"/>
              </a:buClr>
              <a:buSzPts val="2800"/>
              <a:buChar char="•"/>
            </a:pPr>
            <a:r>
              <a:rPr lang="en-GB"/>
              <a:t> Access specifiers are sometime called visibility mode.</a:t>
            </a:r>
            <a:endParaRPr/>
          </a:p>
          <a:p>
            <a:pPr marL="228600" lvl="0" indent="-228600" algn="l" rtl="0">
              <a:lnSpc>
                <a:spcPct val="90000"/>
              </a:lnSpc>
              <a:spcBef>
                <a:spcPts val="1000"/>
              </a:spcBef>
              <a:spcAft>
                <a:spcPts val="0"/>
              </a:spcAft>
              <a:buClr>
                <a:schemeClr val="dk1"/>
              </a:buClr>
              <a:buSzPts val="2800"/>
              <a:buChar char="•"/>
            </a:pPr>
            <a:r>
              <a:rPr lang="en-GB"/>
              <a:t> It determines the access control of the base class members inside the derived class.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endParaRPr/>
          </a:p>
        </p:txBody>
      </p:sp>
      <p:sp>
        <p:nvSpPr>
          <p:cNvPr id="147" name="Google Shape;147;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GB"/>
              <a:t>1)Public derivation </a:t>
            </a:r>
            <a:endParaRPr/>
          </a:p>
          <a:p>
            <a:pPr marL="228600" lvl="0" indent="-228600" algn="l" rtl="0">
              <a:lnSpc>
                <a:spcPct val="90000"/>
              </a:lnSpc>
              <a:spcBef>
                <a:spcPts val="1000"/>
              </a:spcBef>
              <a:spcAft>
                <a:spcPts val="0"/>
              </a:spcAft>
              <a:buClr>
                <a:schemeClr val="dk1"/>
              </a:buClr>
              <a:buSzPts val="2800"/>
              <a:buChar char="•"/>
            </a:pPr>
            <a:r>
              <a:rPr lang="en-GB"/>
              <a:t>When the base class is inherited by using public access specifier then all public members of the base class become public members of the derived class, and all protected members of the base class become protected members of the derived class. </a:t>
            </a:r>
            <a:endParaRPr/>
          </a:p>
          <a:p>
            <a:pPr marL="228600" lvl="0" indent="-228600" algn="l" rtl="0">
              <a:lnSpc>
                <a:spcPct val="90000"/>
              </a:lnSpc>
              <a:spcBef>
                <a:spcPts val="1000"/>
              </a:spcBef>
              <a:spcAft>
                <a:spcPts val="0"/>
              </a:spcAft>
              <a:buClr>
                <a:schemeClr val="dk1"/>
              </a:buClr>
              <a:buSzPts val="2800"/>
              <a:buChar char="•"/>
            </a:pPr>
            <a:r>
              <a:rPr lang="en-GB"/>
              <a:t>The private members of the base class remain private and are not accessible by members of derived class.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endParaRPr/>
          </a:p>
        </p:txBody>
      </p:sp>
      <p:sp>
        <p:nvSpPr>
          <p:cNvPr id="153" name="Google Shape;153;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GB" dirty="0"/>
              <a:t>2) Private derivation</a:t>
            </a:r>
            <a:endParaRPr dirty="0"/>
          </a:p>
          <a:p>
            <a:pPr marL="228600" lvl="0" indent="-228600" algn="l" rtl="0">
              <a:lnSpc>
                <a:spcPct val="90000"/>
              </a:lnSpc>
              <a:spcBef>
                <a:spcPts val="1000"/>
              </a:spcBef>
              <a:spcAft>
                <a:spcPts val="0"/>
              </a:spcAft>
              <a:buClr>
                <a:schemeClr val="dk1"/>
              </a:buClr>
              <a:buSzPts val="2800"/>
              <a:buChar char="•"/>
            </a:pPr>
            <a:r>
              <a:rPr lang="en-GB" dirty="0"/>
              <a:t> </a:t>
            </a:r>
            <a:r>
              <a:rPr lang="en-GB" dirty="0">
                <a:solidFill>
                  <a:srgbClr val="FF0000"/>
                </a:solidFill>
              </a:rPr>
              <a:t>When the base class is inherited by using private access specifier, all the public and protected members of the base class become private members of the derived class.</a:t>
            </a:r>
            <a:endParaRPr dirty="0">
              <a:solidFill>
                <a:srgbClr val="FF0000"/>
              </a:solidFill>
            </a:endParaRPr>
          </a:p>
          <a:p>
            <a:pPr marL="228600" lvl="0" indent="-228600" algn="l" rtl="0">
              <a:lnSpc>
                <a:spcPct val="90000"/>
              </a:lnSpc>
              <a:spcBef>
                <a:spcPts val="1000"/>
              </a:spcBef>
              <a:spcAft>
                <a:spcPts val="0"/>
              </a:spcAft>
              <a:buClr>
                <a:schemeClr val="dk1"/>
              </a:buClr>
              <a:buSzPts val="2800"/>
              <a:buChar char="•"/>
            </a:pPr>
            <a:r>
              <a:rPr lang="en-GB" dirty="0"/>
              <a:t> Therefore, public members of base class can only be accessed by the member functions of the derived class and they are not accessible to the objects of the derived class.</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endParaRPr/>
          </a:p>
        </p:txBody>
      </p:sp>
      <p:sp>
        <p:nvSpPr>
          <p:cNvPr id="159" name="Google Shape;159;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GB" dirty="0"/>
              <a:t>3)Protected Members and Inheritance:</a:t>
            </a:r>
            <a:endParaRPr dirty="0"/>
          </a:p>
          <a:p>
            <a:pPr marL="228600" lvl="0" indent="-228600" algn="l" rtl="0">
              <a:lnSpc>
                <a:spcPct val="90000"/>
              </a:lnSpc>
              <a:spcBef>
                <a:spcPts val="1000"/>
              </a:spcBef>
              <a:spcAft>
                <a:spcPts val="0"/>
              </a:spcAft>
              <a:buClr>
                <a:schemeClr val="dk1"/>
              </a:buClr>
              <a:buSzPts val="2800"/>
              <a:buChar char="•"/>
            </a:pPr>
            <a:r>
              <a:rPr lang="en-GB" dirty="0"/>
              <a:t> Protected members provide greater flexibility in case of inheritance. </a:t>
            </a:r>
            <a:endParaRPr dirty="0"/>
          </a:p>
          <a:p>
            <a:pPr marL="228600" lvl="0" indent="-228600" algn="l" rtl="0">
              <a:lnSpc>
                <a:spcPct val="90000"/>
              </a:lnSpc>
              <a:spcBef>
                <a:spcPts val="1000"/>
              </a:spcBef>
              <a:spcAft>
                <a:spcPts val="0"/>
              </a:spcAft>
              <a:buClr>
                <a:schemeClr val="dk1"/>
              </a:buClr>
              <a:buSzPts val="2800"/>
              <a:buChar char="•"/>
            </a:pPr>
            <a:r>
              <a:rPr lang="en-GB" dirty="0">
                <a:solidFill>
                  <a:srgbClr val="FF0000"/>
                </a:solidFill>
              </a:rPr>
              <a:t>By using protected instead of private declaration, we can create class members that are private to their class but that can still be inherited and accessed by derived class. </a:t>
            </a:r>
            <a:endParaRPr dirty="0">
              <a:solidFill>
                <a:srgbClr val="FF0000"/>
              </a:solidFill>
            </a:endParaRPr>
          </a:p>
          <a:p>
            <a:pPr marL="228600" lvl="0" indent="-228600" algn="l" rtl="0">
              <a:lnSpc>
                <a:spcPct val="90000"/>
              </a:lnSpc>
              <a:spcBef>
                <a:spcPts val="1000"/>
              </a:spcBef>
              <a:spcAft>
                <a:spcPts val="0"/>
              </a:spcAft>
              <a:buClr>
                <a:schemeClr val="dk1"/>
              </a:buClr>
              <a:buSzPts val="2800"/>
              <a:buChar char="•"/>
            </a:pPr>
            <a:r>
              <a:rPr lang="en-GB" dirty="0">
                <a:solidFill>
                  <a:srgbClr val="FF0000"/>
                </a:solidFill>
              </a:rPr>
              <a:t>A member declared as protected is accessible by the member functions within its class and any class immediately derived from it.</a:t>
            </a:r>
            <a:endParaRPr dirty="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endParaRPr/>
          </a:p>
        </p:txBody>
      </p:sp>
      <p:sp>
        <p:nvSpPr>
          <p:cNvPr id="165" name="Google Shape;165;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GB" dirty="0"/>
              <a:t>When a protected member is inherited in public mode, it becomes protected in the derived class too and therefore is accessible by the member functions of the derived class. </a:t>
            </a:r>
            <a:endParaRPr dirty="0"/>
          </a:p>
          <a:p>
            <a:pPr marL="228600" lvl="0" indent="-228600" algn="l" rtl="0">
              <a:lnSpc>
                <a:spcPct val="90000"/>
              </a:lnSpc>
              <a:spcBef>
                <a:spcPts val="1000"/>
              </a:spcBef>
              <a:spcAft>
                <a:spcPts val="0"/>
              </a:spcAft>
              <a:buClr>
                <a:schemeClr val="dk1"/>
              </a:buClr>
              <a:buSzPts val="2800"/>
              <a:buChar char="•"/>
            </a:pPr>
            <a:r>
              <a:rPr lang="en-GB" dirty="0"/>
              <a:t>It also becomes ready for further inheritance. </a:t>
            </a:r>
            <a:endParaRPr dirty="0"/>
          </a:p>
          <a:p>
            <a:pPr marL="228600" lvl="0" indent="-228600" algn="l" rtl="0">
              <a:lnSpc>
                <a:spcPct val="90000"/>
              </a:lnSpc>
              <a:spcBef>
                <a:spcPts val="1000"/>
              </a:spcBef>
              <a:spcAft>
                <a:spcPts val="0"/>
              </a:spcAft>
              <a:buClr>
                <a:schemeClr val="dk1"/>
              </a:buClr>
              <a:buSzPts val="2800"/>
              <a:buChar char="•"/>
            </a:pPr>
            <a:r>
              <a:rPr lang="en-GB" dirty="0">
                <a:solidFill>
                  <a:srgbClr val="FF0000"/>
                </a:solidFill>
              </a:rPr>
              <a:t>If a base class is inherited as private, then the protected member of base class becomes private in the derived class.</a:t>
            </a:r>
            <a:endParaRPr dirty="0">
              <a:solidFill>
                <a:srgbClr val="FF0000"/>
              </a:solidFill>
            </a:endParaRPr>
          </a:p>
          <a:p>
            <a:pPr marL="228600" lvl="0" indent="-228600" algn="l" rtl="0">
              <a:lnSpc>
                <a:spcPct val="90000"/>
              </a:lnSpc>
              <a:spcBef>
                <a:spcPts val="1000"/>
              </a:spcBef>
              <a:spcAft>
                <a:spcPts val="0"/>
              </a:spcAft>
              <a:buClr>
                <a:schemeClr val="dk1"/>
              </a:buClr>
              <a:buSzPts val="2800"/>
              <a:buChar char="•"/>
            </a:pPr>
            <a:r>
              <a:rPr lang="en-GB" dirty="0"/>
              <a:t> Although it is available to the member function of the derived class, it is not available for further inheritance since private members cannot be inherited.</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GB"/>
              <a:t>Types of Inheritance</a:t>
            </a:r>
            <a:endParaRPr/>
          </a:p>
        </p:txBody>
      </p:sp>
      <p:sp>
        <p:nvSpPr>
          <p:cNvPr id="171" name="Google Shape;171;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85000" lnSpcReduction="10000"/>
          </a:bodyPr>
          <a:lstStyle/>
          <a:p>
            <a:pPr marL="228600" lvl="0" indent="-228600" algn="l" rtl="0">
              <a:lnSpc>
                <a:spcPct val="90000"/>
              </a:lnSpc>
              <a:spcBef>
                <a:spcPts val="0"/>
              </a:spcBef>
              <a:spcAft>
                <a:spcPts val="0"/>
              </a:spcAft>
              <a:buClr>
                <a:schemeClr val="dk1"/>
              </a:buClr>
              <a:buSzPct val="100000"/>
              <a:buChar char="•"/>
            </a:pPr>
            <a:r>
              <a:rPr lang="en-GB" dirty="0"/>
              <a:t>A program can use one or more base classes to derive a single class. </a:t>
            </a:r>
            <a:endParaRPr dirty="0"/>
          </a:p>
          <a:p>
            <a:pPr marL="228600" lvl="0" indent="-228600" algn="l" rtl="0">
              <a:lnSpc>
                <a:spcPct val="90000"/>
              </a:lnSpc>
              <a:spcBef>
                <a:spcPts val="1000"/>
              </a:spcBef>
              <a:spcAft>
                <a:spcPts val="0"/>
              </a:spcAft>
              <a:buClr>
                <a:schemeClr val="dk1"/>
              </a:buClr>
              <a:buSzPct val="100000"/>
              <a:buChar char="•"/>
            </a:pPr>
            <a:r>
              <a:rPr lang="en-GB" dirty="0"/>
              <a:t>It is also possible that one derived class can be used as base class for another class.</a:t>
            </a:r>
            <a:endParaRPr dirty="0"/>
          </a:p>
          <a:p>
            <a:pPr marL="228600" lvl="0" indent="-228600" algn="l" rtl="0">
              <a:lnSpc>
                <a:spcPct val="90000"/>
              </a:lnSpc>
              <a:spcBef>
                <a:spcPts val="1000"/>
              </a:spcBef>
              <a:spcAft>
                <a:spcPts val="0"/>
              </a:spcAft>
              <a:buClr>
                <a:schemeClr val="dk1"/>
              </a:buClr>
              <a:buSzPct val="100000"/>
              <a:buChar char="•"/>
            </a:pPr>
            <a:r>
              <a:rPr lang="en-GB" dirty="0"/>
              <a:t> Depending on the number of base classes and levels of derivation inheritance is classified into the following forms:</a:t>
            </a:r>
            <a:endParaRPr dirty="0"/>
          </a:p>
          <a:p>
            <a:pPr marL="514350" lvl="0" indent="-514350" algn="l" rtl="0">
              <a:lnSpc>
                <a:spcPct val="90000"/>
              </a:lnSpc>
              <a:spcBef>
                <a:spcPts val="1000"/>
              </a:spcBef>
              <a:spcAft>
                <a:spcPts val="0"/>
              </a:spcAft>
              <a:buClr>
                <a:schemeClr val="dk1"/>
              </a:buClr>
              <a:buSzPct val="100000"/>
              <a:buFont typeface="+mj-lt"/>
              <a:buAutoNum type="arabicPeriod"/>
            </a:pPr>
            <a:r>
              <a:rPr lang="en-GB" dirty="0"/>
              <a:t> Single Inheritance</a:t>
            </a:r>
            <a:endParaRPr dirty="0"/>
          </a:p>
          <a:p>
            <a:pPr marL="514350" lvl="0" indent="-514350" algn="l" rtl="0">
              <a:lnSpc>
                <a:spcPct val="90000"/>
              </a:lnSpc>
              <a:spcBef>
                <a:spcPts val="1000"/>
              </a:spcBef>
              <a:spcAft>
                <a:spcPts val="0"/>
              </a:spcAft>
              <a:buClr>
                <a:schemeClr val="dk1"/>
              </a:buClr>
              <a:buSzPct val="100000"/>
              <a:buFont typeface="+mj-lt"/>
              <a:buAutoNum type="arabicPeriod"/>
            </a:pPr>
            <a:r>
              <a:rPr lang="en-GB" dirty="0"/>
              <a:t> Multiple Inheritance</a:t>
            </a:r>
            <a:endParaRPr dirty="0"/>
          </a:p>
          <a:p>
            <a:pPr marL="514350" lvl="0" indent="-514350" algn="l" rtl="0">
              <a:lnSpc>
                <a:spcPct val="90000"/>
              </a:lnSpc>
              <a:spcBef>
                <a:spcPts val="1000"/>
              </a:spcBef>
              <a:spcAft>
                <a:spcPts val="0"/>
              </a:spcAft>
              <a:buClr>
                <a:schemeClr val="dk1"/>
              </a:buClr>
              <a:buSzPct val="100000"/>
              <a:buFont typeface="+mj-lt"/>
              <a:buAutoNum type="arabicPeriod"/>
            </a:pPr>
            <a:r>
              <a:rPr lang="en-GB" dirty="0"/>
              <a:t> Hierarchical Inheritance</a:t>
            </a:r>
            <a:endParaRPr dirty="0"/>
          </a:p>
          <a:p>
            <a:pPr marL="514350" lvl="0" indent="-514350" algn="l" rtl="0">
              <a:lnSpc>
                <a:spcPct val="90000"/>
              </a:lnSpc>
              <a:spcBef>
                <a:spcPts val="1000"/>
              </a:spcBef>
              <a:spcAft>
                <a:spcPts val="0"/>
              </a:spcAft>
              <a:buClr>
                <a:schemeClr val="dk1"/>
              </a:buClr>
              <a:buSzPct val="100000"/>
              <a:buFont typeface="+mj-lt"/>
              <a:buAutoNum type="arabicPeriod"/>
            </a:pPr>
            <a:r>
              <a:rPr lang="en-GB" dirty="0"/>
              <a:t> Multilevel Inheritance</a:t>
            </a:r>
            <a:endParaRPr dirty="0"/>
          </a:p>
          <a:p>
            <a:pPr marL="514350" lvl="0" indent="-514350" algn="l" rtl="0">
              <a:lnSpc>
                <a:spcPct val="90000"/>
              </a:lnSpc>
              <a:spcBef>
                <a:spcPts val="1000"/>
              </a:spcBef>
              <a:spcAft>
                <a:spcPts val="0"/>
              </a:spcAft>
              <a:buClr>
                <a:schemeClr val="dk1"/>
              </a:buClr>
              <a:buSzPct val="100000"/>
              <a:buFont typeface="+mj-lt"/>
              <a:buAutoNum type="arabicPeriod"/>
            </a:pPr>
            <a:r>
              <a:rPr lang="en-GB" dirty="0"/>
              <a:t> Hybrid Inheritance</a:t>
            </a:r>
            <a:endParaRPr dirty="0"/>
          </a:p>
          <a:p>
            <a:pPr marL="514350" lvl="0" indent="-514350" algn="l" rtl="0">
              <a:lnSpc>
                <a:spcPct val="90000"/>
              </a:lnSpc>
              <a:spcBef>
                <a:spcPts val="1000"/>
              </a:spcBef>
              <a:spcAft>
                <a:spcPts val="0"/>
              </a:spcAft>
              <a:buClr>
                <a:schemeClr val="dk1"/>
              </a:buClr>
              <a:buSzPct val="100000"/>
              <a:buFont typeface="+mj-lt"/>
              <a:buAutoNum type="arabicPeriod"/>
            </a:pPr>
            <a:r>
              <a:rPr lang="en-GB" dirty="0"/>
              <a:t> Multipath Inheritance</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GB"/>
              <a:t>Single Inheritance </a:t>
            </a:r>
            <a:endParaRPr/>
          </a:p>
        </p:txBody>
      </p:sp>
      <p:sp>
        <p:nvSpPr>
          <p:cNvPr id="177" name="Google Shape;177;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GB"/>
              <a:t>In single inheritance the derived class has only one base class and the derived class is not used as base class</a:t>
            </a:r>
            <a:endParaRPr/>
          </a:p>
          <a:p>
            <a:pPr marL="228600" lvl="0" indent="-50800" algn="l" rtl="0">
              <a:lnSpc>
                <a:spcPct val="90000"/>
              </a:lnSpc>
              <a:spcBef>
                <a:spcPts val="1000"/>
              </a:spcBef>
              <a:spcAft>
                <a:spcPts val="0"/>
              </a:spcAft>
              <a:buClr>
                <a:schemeClr val="dk1"/>
              </a:buClr>
              <a:buSzPts val="2800"/>
              <a:buNone/>
            </a:pPr>
            <a:endParaRPr/>
          </a:p>
        </p:txBody>
      </p:sp>
      <p:pic>
        <p:nvPicPr>
          <p:cNvPr id="178" name="Google Shape;178;p14"/>
          <p:cNvPicPr preferRelativeResize="0"/>
          <p:nvPr/>
        </p:nvPicPr>
        <p:blipFill rotWithShape="1">
          <a:blip r:embed="rId3">
            <a:alphaModFix/>
          </a:blip>
          <a:srcRect/>
          <a:stretch/>
        </p:blipFill>
        <p:spPr>
          <a:xfrm>
            <a:off x="5112935" y="2846019"/>
            <a:ext cx="1966130" cy="116596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endParaRPr/>
          </a:p>
        </p:txBody>
      </p:sp>
      <p:sp>
        <p:nvSpPr>
          <p:cNvPr id="184" name="Google Shape;184;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GB"/>
              <a:t>The arrow directed from base class towards the derived class indi- cates that the features of base class are inherited to the derived class</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endParaRPr/>
          </a:p>
        </p:txBody>
      </p:sp>
      <p:sp>
        <p:nvSpPr>
          <p:cNvPr id="190" name="Google Shape;190;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100000"/>
              <a:buChar char="•"/>
            </a:pPr>
            <a:r>
              <a:rPr lang="en-GB"/>
              <a:t>Two different classes may have member functions with the same name as well as the same set of arguments.</a:t>
            </a:r>
            <a:endParaRPr/>
          </a:p>
          <a:p>
            <a:pPr marL="228600" lvl="0" indent="-228600" algn="l" rtl="0">
              <a:lnSpc>
                <a:spcPct val="90000"/>
              </a:lnSpc>
              <a:spcBef>
                <a:spcPts val="1000"/>
              </a:spcBef>
              <a:spcAft>
                <a:spcPts val="0"/>
              </a:spcAft>
              <a:buClr>
                <a:schemeClr val="dk1"/>
              </a:buClr>
              <a:buSzPct val="100000"/>
              <a:buChar char="•"/>
            </a:pPr>
            <a:r>
              <a:rPr lang="en-GB"/>
              <a:t> But in case of inheritance, an ambiguous situation arises when base class and derived classes contain member functions with the same name.</a:t>
            </a:r>
            <a:endParaRPr/>
          </a:p>
          <a:p>
            <a:pPr marL="228600" lvl="0" indent="-228600" algn="l" rtl="0">
              <a:lnSpc>
                <a:spcPct val="90000"/>
              </a:lnSpc>
              <a:spcBef>
                <a:spcPts val="1000"/>
              </a:spcBef>
              <a:spcAft>
                <a:spcPts val="0"/>
              </a:spcAft>
              <a:buClr>
                <a:schemeClr val="dk1"/>
              </a:buClr>
              <a:buSzPct val="100000"/>
              <a:buChar char="•"/>
            </a:pPr>
            <a:r>
              <a:rPr lang="en-GB"/>
              <a:t> In main(), if we call member function of that particular name of base class with derived class object, then it will always make a call to the derived class member function of that name. </a:t>
            </a:r>
            <a:endParaRPr/>
          </a:p>
          <a:p>
            <a:pPr marL="228600" lvl="0" indent="-228600" algn="l" rtl="0">
              <a:lnSpc>
                <a:spcPct val="90000"/>
              </a:lnSpc>
              <a:spcBef>
                <a:spcPts val="1000"/>
              </a:spcBef>
              <a:spcAft>
                <a:spcPts val="0"/>
              </a:spcAft>
              <a:buClr>
                <a:schemeClr val="dk1"/>
              </a:buClr>
              <a:buSzPct val="100000"/>
              <a:buChar char="•"/>
            </a:pPr>
            <a:r>
              <a:rPr lang="en-GB"/>
              <a:t>This is because, the function in the derived class overrides the inherited function.</a:t>
            </a:r>
            <a:endParaRPr/>
          </a:p>
          <a:p>
            <a:pPr marL="228600" lvl="0" indent="-228600" algn="l" rtl="0">
              <a:lnSpc>
                <a:spcPct val="90000"/>
              </a:lnSpc>
              <a:spcBef>
                <a:spcPts val="1000"/>
              </a:spcBef>
              <a:spcAft>
                <a:spcPts val="0"/>
              </a:spcAft>
              <a:buClr>
                <a:schemeClr val="dk1"/>
              </a:buClr>
              <a:buSzPct val="100000"/>
              <a:buChar char="•"/>
            </a:pPr>
            <a:r>
              <a:rPr lang="en-GB"/>
              <a:t> However, we can invoke the function defined in base class by using the scope resolution operator (::) to specify the class.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endParaRPr/>
          </a:p>
        </p:txBody>
      </p:sp>
      <p:sp>
        <p:nvSpPr>
          <p:cNvPr id="196" name="Google Shape;196;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GB"/>
              <a:t>When a derive class implements a function that has the same name as well as the same set of arguments as the function in the base class, it is called function overriding.</a:t>
            </a:r>
            <a:endParaRPr/>
          </a:p>
          <a:p>
            <a:pPr marL="228600" lvl="0" indent="-228600" algn="l" rtl="0">
              <a:lnSpc>
                <a:spcPct val="90000"/>
              </a:lnSpc>
              <a:spcBef>
                <a:spcPts val="1000"/>
              </a:spcBef>
              <a:spcAft>
                <a:spcPts val="0"/>
              </a:spcAft>
              <a:buClr>
                <a:schemeClr val="dk1"/>
              </a:buClr>
              <a:buSzPts val="2800"/>
              <a:buChar char="•"/>
            </a:pPr>
            <a:r>
              <a:rPr lang="en-GB"/>
              <a:t> When such a function is called through a object of derived class, then the derived class function would be invoked. </a:t>
            </a:r>
            <a:endParaRPr/>
          </a:p>
          <a:p>
            <a:pPr marL="228600" lvl="0" indent="-228600" algn="l" rtl="0">
              <a:lnSpc>
                <a:spcPct val="90000"/>
              </a:lnSpc>
              <a:spcBef>
                <a:spcPts val="1000"/>
              </a:spcBef>
              <a:spcAft>
                <a:spcPts val="0"/>
              </a:spcAft>
              <a:buClr>
                <a:schemeClr val="dk1"/>
              </a:buClr>
              <a:buSzPts val="2800"/>
              <a:buChar char="•"/>
            </a:pPr>
            <a:r>
              <a:rPr lang="en-GB"/>
              <a:t>However, that function in base class would remain hidden.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GB"/>
              <a:t>Multiple Inheritance </a:t>
            </a:r>
            <a:endParaRPr/>
          </a:p>
        </p:txBody>
      </p:sp>
      <p:sp>
        <p:nvSpPr>
          <p:cNvPr id="202" name="Google Shape;202;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GB"/>
              <a:t>When one class is derived from two or more base classes then it is called multiple inheritance. </a:t>
            </a:r>
            <a:endParaRPr/>
          </a:p>
          <a:p>
            <a:pPr marL="228600" lvl="0" indent="-228600" algn="l" rtl="0">
              <a:lnSpc>
                <a:spcPct val="90000"/>
              </a:lnSpc>
              <a:spcBef>
                <a:spcPts val="1000"/>
              </a:spcBef>
              <a:spcAft>
                <a:spcPts val="0"/>
              </a:spcAft>
              <a:buClr>
                <a:schemeClr val="dk1"/>
              </a:buClr>
              <a:buSzPts val="2800"/>
              <a:buChar char="•"/>
            </a:pPr>
            <a:r>
              <a:rPr lang="en-GB"/>
              <a:t>This type of inheritance allows us to combine the properties of more than one existing classes in a new class.</a:t>
            </a:r>
            <a:endParaRPr/>
          </a:p>
          <a:p>
            <a:pPr marL="228600" lvl="0" indent="-50800" algn="l" rtl="0">
              <a:lnSpc>
                <a:spcPct val="90000"/>
              </a:lnSpc>
              <a:spcBef>
                <a:spcPts val="1000"/>
              </a:spcBef>
              <a:spcAft>
                <a:spcPts val="0"/>
              </a:spcAft>
              <a:buClr>
                <a:schemeClr val="dk1"/>
              </a:buClr>
              <a:buSzPts val="2800"/>
              <a:buNone/>
            </a:pPr>
            <a:endParaRPr/>
          </a:p>
        </p:txBody>
      </p:sp>
      <p:pic>
        <p:nvPicPr>
          <p:cNvPr id="203" name="Google Shape;203;p18"/>
          <p:cNvPicPr preferRelativeResize="0"/>
          <p:nvPr/>
        </p:nvPicPr>
        <p:blipFill rotWithShape="1">
          <a:blip r:embed="rId3">
            <a:alphaModFix/>
          </a:blip>
          <a:srcRect/>
          <a:stretch/>
        </p:blipFill>
        <p:spPr>
          <a:xfrm>
            <a:off x="4081445" y="3779444"/>
            <a:ext cx="3528366" cy="173751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endParaRPr/>
          </a:p>
        </p:txBody>
      </p:sp>
      <p:sp>
        <p:nvSpPr>
          <p:cNvPr id="209" name="Google Shape;209;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GB"/>
              <a:t>We have to specify the base classes one by one separated by commas with their access specifiers.</a:t>
            </a:r>
            <a:endParaRPr/>
          </a:p>
          <a:p>
            <a:pPr marL="228600" lvl="0" indent="-228600" algn="l" rtl="0">
              <a:lnSpc>
                <a:spcPct val="90000"/>
              </a:lnSpc>
              <a:spcBef>
                <a:spcPts val="1000"/>
              </a:spcBef>
              <a:spcAft>
                <a:spcPts val="0"/>
              </a:spcAft>
              <a:buClr>
                <a:schemeClr val="dk1"/>
              </a:buClr>
              <a:buSzPts val="2800"/>
              <a:buChar char="•"/>
            </a:pPr>
            <a:r>
              <a:rPr lang="en-GB"/>
              <a:t> The general form of deriving a derived class from numbers of base class is as follows: </a:t>
            </a:r>
            <a:endParaRPr/>
          </a:p>
          <a:p>
            <a:pPr marL="228600" lvl="0" indent="-50800" algn="l" rtl="0">
              <a:lnSpc>
                <a:spcPct val="90000"/>
              </a:lnSpc>
              <a:spcBef>
                <a:spcPts val="1000"/>
              </a:spcBef>
              <a:spcAft>
                <a:spcPts val="0"/>
              </a:spcAft>
              <a:buClr>
                <a:schemeClr val="dk1"/>
              </a:buClr>
              <a:buSzPts val="2800"/>
              <a:buNone/>
            </a:pPr>
            <a:endParaRPr/>
          </a:p>
        </p:txBody>
      </p:sp>
      <p:pic>
        <p:nvPicPr>
          <p:cNvPr id="210" name="Google Shape;210;p19"/>
          <p:cNvPicPr preferRelativeResize="0"/>
          <p:nvPr/>
        </p:nvPicPr>
        <p:blipFill rotWithShape="1">
          <a:blip r:embed="rId3">
            <a:alphaModFix/>
          </a:blip>
          <a:srcRect/>
          <a:stretch/>
        </p:blipFill>
        <p:spPr>
          <a:xfrm>
            <a:off x="4179962" y="3917726"/>
            <a:ext cx="3505504" cy="225923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endParaRPr/>
          </a:p>
        </p:txBody>
      </p:sp>
      <p:sp>
        <p:nvSpPr>
          <p:cNvPr id="216" name="Google Shape;216;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GB"/>
              <a:t>where X,Y, Z are base classes and D is the derived class. </a:t>
            </a:r>
            <a:endParaRPr/>
          </a:p>
          <a:p>
            <a:pPr marL="228600" lvl="0" indent="-228600" algn="l" rtl="0">
              <a:lnSpc>
                <a:spcPct val="90000"/>
              </a:lnSpc>
              <a:spcBef>
                <a:spcPts val="1000"/>
              </a:spcBef>
              <a:spcAft>
                <a:spcPts val="0"/>
              </a:spcAft>
              <a:buClr>
                <a:schemeClr val="dk1"/>
              </a:buClr>
              <a:buSzPts val="2800"/>
              <a:buChar char="•"/>
            </a:pPr>
            <a:r>
              <a:rPr lang="en-GB"/>
              <a:t>There may be numbers of base classes in multiple inheritance which is indicated by the dotted line in the figure.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GB"/>
              <a:t>Hierarchical Inheritance</a:t>
            </a:r>
            <a:endParaRPr/>
          </a:p>
        </p:txBody>
      </p:sp>
      <p:sp>
        <p:nvSpPr>
          <p:cNvPr id="222" name="Google Shape;222;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GB"/>
              <a:t>Derivation of more than one classes from a single base class is termed as hierachical inheritance. </a:t>
            </a:r>
            <a:endParaRPr/>
          </a:p>
          <a:p>
            <a:pPr marL="228600" lvl="0" indent="-228600" algn="l" rtl="0">
              <a:lnSpc>
                <a:spcPct val="90000"/>
              </a:lnSpc>
              <a:spcBef>
                <a:spcPts val="1000"/>
              </a:spcBef>
              <a:spcAft>
                <a:spcPts val="0"/>
              </a:spcAft>
              <a:buClr>
                <a:schemeClr val="dk1"/>
              </a:buClr>
              <a:buSzPts val="2800"/>
              <a:buChar char="•"/>
            </a:pPr>
            <a:r>
              <a:rPr lang="en-GB"/>
              <a:t>This is a very common form of inheritance in practice. </a:t>
            </a:r>
            <a:endParaRPr/>
          </a:p>
          <a:p>
            <a:pPr marL="228600" lvl="0" indent="-228600" algn="l" rtl="0">
              <a:lnSpc>
                <a:spcPct val="90000"/>
              </a:lnSpc>
              <a:spcBef>
                <a:spcPts val="1000"/>
              </a:spcBef>
              <a:spcAft>
                <a:spcPts val="0"/>
              </a:spcAft>
              <a:buClr>
                <a:schemeClr val="dk1"/>
              </a:buClr>
              <a:buSzPts val="2800"/>
              <a:buChar char="•"/>
            </a:pPr>
            <a:r>
              <a:rPr lang="en-GB"/>
              <a:t>The rules for defining such classes are the same as in single inheritance. </a:t>
            </a:r>
            <a:endParaRPr/>
          </a:p>
          <a:p>
            <a:pPr marL="0" lvl="0" indent="0" algn="l" rtl="0">
              <a:lnSpc>
                <a:spcPct val="90000"/>
              </a:lnSpc>
              <a:spcBef>
                <a:spcPts val="1000"/>
              </a:spcBef>
              <a:spcAft>
                <a:spcPts val="0"/>
              </a:spcAft>
              <a:buClr>
                <a:schemeClr val="dk1"/>
              </a:buClr>
              <a:buSzPts val="2800"/>
              <a:buNone/>
            </a:pPr>
            <a:endParaRPr/>
          </a:p>
        </p:txBody>
      </p:sp>
      <p:pic>
        <p:nvPicPr>
          <p:cNvPr id="223" name="Google Shape;223;p21"/>
          <p:cNvPicPr preferRelativeResize="0"/>
          <p:nvPr/>
        </p:nvPicPr>
        <p:blipFill rotWithShape="1">
          <a:blip r:embed="rId3">
            <a:alphaModFix/>
          </a:blip>
          <a:srcRect/>
          <a:stretch/>
        </p:blipFill>
        <p:spPr>
          <a:xfrm>
            <a:off x="4282289" y="4001294"/>
            <a:ext cx="3475021" cy="145554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GB"/>
              <a:t>Multilevel Inheritance </a:t>
            </a:r>
            <a:endParaRPr/>
          </a:p>
        </p:txBody>
      </p:sp>
      <p:sp>
        <p:nvSpPr>
          <p:cNvPr id="229" name="Google Shape;229;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GB"/>
              <a:t>C++ also provides the facility of multilevel inheritance, according to which the derived class can also be derived by an another class, which in turn can further be inherited by another and so on.</a:t>
            </a:r>
            <a:endParaRPr/>
          </a:p>
          <a:p>
            <a:pPr marL="228600" lvl="0" indent="-228600" algn="l" rtl="0">
              <a:lnSpc>
                <a:spcPct val="90000"/>
              </a:lnSpc>
              <a:spcBef>
                <a:spcPts val="1000"/>
              </a:spcBef>
              <a:spcAft>
                <a:spcPts val="0"/>
              </a:spcAft>
              <a:buClr>
                <a:schemeClr val="dk1"/>
              </a:buClr>
              <a:buSzPts val="2800"/>
              <a:buChar char="•"/>
            </a:pPr>
            <a:r>
              <a:rPr lang="en-GB"/>
              <a:t>For instance, a class X serves as a base class for class Y which in turn serves as base class for another class Z. </a:t>
            </a:r>
            <a:endParaRPr/>
          </a:p>
          <a:p>
            <a:pPr marL="228600" lvl="0" indent="-228600" algn="l" rtl="0">
              <a:lnSpc>
                <a:spcPct val="90000"/>
              </a:lnSpc>
              <a:spcBef>
                <a:spcPts val="1000"/>
              </a:spcBef>
              <a:spcAft>
                <a:spcPts val="0"/>
              </a:spcAft>
              <a:buClr>
                <a:schemeClr val="dk1"/>
              </a:buClr>
              <a:buSzPts val="2800"/>
              <a:buChar char="•"/>
            </a:pPr>
            <a:r>
              <a:rPr lang="en-GB"/>
              <a:t>The class Y which forms the link between the classes X and Y is known as the intermediate base class.</a:t>
            </a:r>
            <a:endParaRPr/>
          </a:p>
          <a:p>
            <a:pPr marL="228600" lvl="0" indent="-228600" algn="l" rtl="0">
              <a:lnSpc>
                <a:spcPct val="90000"/>
              </a:lnSpc>
              <a:spcBef>
                <a:spcPts val="1000"/>
              </a:spcBef>
              <a:spcAft>
                <a:spcPts val="0"/>
              </a:spcAft>
              <a:buClr>
                <a:schemeClr val="dk1"/>
              </a:buClr>
              <a:buSzPts val="2800"/>
              <a:buChar char="•"/>
            </a:pPr>
            <a:r>
              <a:rPr lang="en-GB"/>
              <a:t> Further, Z can also be used as a base class for another new class. The following figure depicts multilevel inheritance.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endParaRPr/>
          </a:p>
        </p:txBody>
      </p:sp>
      <p:pic>
        <p:nvPicPr>
          <p:cNvPr id="235" name="Google Shape;235;p23"/>
          <p:cNvPicPr preferRelativeResize="0">
            <a:picLocks noGrp="1"/>
          </p:cNvPicPr>
          <p:nvPr>
            <p:ph type="body" idx="1"/>
          </p:nvPr>
        </p:nvPicPr>
        <p:blipFill rotWithShape="1">
          <a:blip r:embed="rId3">
            <a:alphaModFix/>
          </a:blip>
          <a:srcRect/>
          <a:stretch/>
        </p:blipFill>
        <p:spPr>
          <a:xfrm>
            <a:off x="4735712" y="3269710"/>
            <a:ext cx="2720576" cy="146316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GB"/>
              <a:t>Hybrid Inheritance</a:t>
            </a:r>
            <a:endParaRPr/>
          </a:p>
        </p:txBody>
      </p:sp>
      <p:sp>
        <p:nvSpPr>
          <p:cNvPr id="241" name="Google Shape;241;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GB"/>
              <a:t>It is possible to derive a class involving more than one type of inheritance. </a:t>
            </a:r>
            <a:endParaRPr/>
          </a:p>
          <a:p>
            <a:pPr marL="228600" lvl="0" indent="-228600" algn="l" rtl="0">
              <a:lnSpc>
                <a:spcPct val="90000"/>
              </a:lnSpc>
              <a:spcBef>
                <a:spcPts val="1000"/>
              </a:spcBef>
              <a:spcAft>
                <a:spcPts val="0"/>
              </a:spcAft>
              <a:buClr>
                <a:schemeClr val="dk1"/>
              </a:buClr>
              <a:buSzPts val="2800"/>
              <a:buChar char="•"/>
            </a:pPr>
            <a:r>
              <a:rPr lang="en-GB"/>
              <a:t>Hybrid inheritance is that type of inheritance where several forms of inheritance are used to derive a class. </a:t>
            </a:r>
            <a:endParaRPr/>
          </a:p>
          <a:p>
            <a:pPr marL="228600" lvl="0" indent="-228600" algn="l" rtl="0">
              <a:lnSpc>
                <a:spcPct val="90000"/>
              </a:lnSpc>
              <a:spcBef>
                <a:spcPts val="1000"/>
              </a:spcBef>
              <a:spcAft>
                <a:spcPts val="0"/>
              </a:spcAft>
              <a:buClr>
                <a:schemeClr val="dk1"/>
              </a:buClr>
              <a:buSzPts val="2800"/>
              <a:buChar char="•"/>
            </a:pPr>
            <a:r>
              <a:rPr lang="en-GB"/>
              <a:t>There could be situations where we need to apply two or more types of inheritance to design a particular program.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endParaRPr/>
          </a:p>
        </p:txBody>
      </p:sp>
      <p:pic>
        <p:nvPicPr>
          <p:cNvPr id="247" name="Google Shape;247;p25" descr="What is Hybrid Inheritance C++ ..."/>
          <p:cNvPicPr preferRelativeResize="0">
            <a:picLocks noGrp="1"/>
          </p:cNvPicPr>
          <p:nvPr>
            <p:ph type="body" idx="1"/>
          </p:nvPr>
        </p:nvPicPr>
        <p:blipFill rotWithShape="1">
          <a:blip r:embed="rId3">
            <a:alphaModFix/>
          </a:blip>
          <a:srcRect/>
          <a:stretch/>
        </p:blipFill>
        <p:spPr>
          <a:xfrm>
            <a:off x="4848225" y="3086894"/>
            <a:ext cx="2495550" cy="18288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GB"/>
              <a:t>Multipath Inheritance </a:t>
            </a:r>
            <a:endParaRPr/>
          </a:p>
        </p:txBody>
      </p:sp>
      <p:pic>
        <p:nvPicPr>
          <p:cNvPr id="253" name="Google Shape;253;p26" descr="Multipath Inheritance in C++"/>
          <p:cNvPicPr preferRelativeResize="0">
            <a:picLocks noGrp="1"/>
          </p:cNvPicPr>
          <p:nvPr>
            <p:ph type="body" idx="1"/>
          </p:nvPr>
        </p:nvPicPr>
        <p:blipFill rotWithShape="1">
          <a:blip r:embed="rId3">
            <a:alphaModFix/>
          </a:blip>
          <a:srcRect/>
          <a:stretch/>
        </p:blipFill>
        <p:spPr>
          <a:xfrm>
            <a:off x="5048250" y="2910681"/>
            <a:ext cx="2095500" cy="21812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endParaRPr/>
          </a:p>
        </p:txBody>
      </p:sp>
      <p:sp>
        <p:nvSpPr>
          <p:cNvPr id="259" name="Google Shape;259;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GB"/>
              <a:t>The inheritance where a class is derived from two or more classes, which are in turn derived from the same base class is known as multipath inheritance.</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GB"/>
              <a:t>VIRTUAL BASE CLASSES </a:t>
            </a:r>
            <a:endParaRPr/>
          </a:p>
        </p:txBody>
      </p:sp>
      <p:sp>
        <p:nvSpPr>
          <p:cNvPr id="265" name="Google Shape;265;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GB" dirty="0">
                <a:solidFill>
                  <a:srgbClr val="FF0000"/>
                </a:solidFill>
              </a:rPr>
              <a:t>C++ provides the concept of virtual base class to overcome the ambiguity occurring due to multipath inheritance. </a:t>
            </a:r>
            <a:endParaRPr dirty="0">
              <a:solidFill>
                <a:srgbClr val="FF0000"/>
              </a:solidFill>
            </a:endParaRPr>
          </a:p>
          <a:p>
            <a:pPr marL="228600" lvl="0" indent="-228600" algn="l" rtl="0">
              <a:lnSpc>
                <a:spcPct val="90000"/>
              </a:lnSpc>
              <a:spcBef>
                <a:spcPts val="1000"/>
              </a:spcBef>
              <a:spcAft>
                <a:spcPts val="0"/>
              </a:spcAft>
              <a:buClr>
                <a:schemeClr val="dk1"/>
              </a:buClr>
              <a:buSzPts val="2800"/>
              <a:buChar char="•"/>
            </a:pPr>
            <a:r>
              <a:rPr lang="en-GB" dirty="0"/>
              <a:t>While discussing multipath inheritance, we have faced a situation which may lead to duplication of inherited members in the derived class .</a:t>
            </a:r>
            <a:endParaRPr dirty="0"/>
          </a:p>
          <a:p>
            <a:pPr marL="228600" lvl="0" indent="-228600" algn="l" rtl="0">
              <a:lnSpc>
                <a:spcPct val="90000"/>
              </a:lnSpc>
              <a:spcBef>
                <a:spcPts val="1000"/>
              </a:spcBef>
              <a:spcAft>
                <a:spcPts val="0"/>
              </a:spcAft>
              <a:buClr>
                <a:schemeClr val="dk1"/>
              </a:buClr>
              <a:buSzPts val="2800"/>
              <a:buChar char="•"/>
            </a:pPr>
            <a:r>
              <a:rPr lang="en-GB" dirty="0"/>
              <a:t> This can be avoided by making the common base class as virtual base class while derivation. </a:t>
            </a:r>
            <a:endParaRPr dirty="0"/>
          </a:p>
          <a:p>
            <a:pPr marL="228600" lvl="0" indent="-228600" algn="l" rtl="0">
              <a:lnSpc>
                <a:spcPct val="90000"/>
              </a:lnSpc>
              <a:spcBef>
                <a:spcPts val="1000"/>
              </a:spcBef>
              <a:spcAft>
                <a:spcPts val="0"/>
              </a:spcAft>
              <a:buClr>
                <a:schemeClr val="dk1"/>
              </a:buClr>
              <a:buSzPts val="2800"/>
              <a:buChar char="•"/>
            </a:pPr>
            <a:r>
              <a:rPr lang="en-GB" dirty="0"/>
              <a:t>When a class is made a virtual base class, C++ takes the necessary action that only one copy of that class is inherited, regardless of how many paths exist between the virtual base class and a derived class.</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g33b506c192d_0_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GB"/>
              <a:t>Polymorphism</a:t>
            </a:r>
            <a:endParaRPr/>
          </a:p>
        </p:txBody>
      </p:sp>
      <p:sp>
        <p:nvSpPr>
          <p:cNvPr id="283" name="Google Shape;283;g33b506c192d_0_9"/>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indent="-457200"/>
            <a:r>
              <a:rPr lang="en-GB" dirty="0"/>
              <a:t>The word polymorphism is a combination of two Greek words, poly and morphism.</a:t>
            </a:r>
            <a:endParaRPr dirty="0"/>
          </a:p>
          <a:p>
            <a:pPr indent="-457200"/>
            <a:r>
              <a:rPr lang="en-GB" dirty="0"/>
              <a:t>“Poly” means “many” and “morphism” means “form”. </a:t>
            </a:r>
          </a:p>
          <a:p>
            <a:pPr indent="-457200"/>
            <a:r>
              <a:rPr lang="en-GB" dirty="0"/>
              <a:t>The functionality of this feature accords with its name.</a:t>
            </a:r>
            <a:endParaRPr dirty="0"/>
          </a:p>
          <a:p>
            <a:pPr indent="-457200"/>
            <a:r>
              <a:rPr lang="en-GB" dirty="0"/>
              <a:t>Polymorphism is supported by C++, at both compile-time and at run-time. </a:t>
            </a:r>
            <a:endParaRPr dirty="0"/>
          </a:p>
          <a:p>
            <a:pPr indent="-457200"/>
            <a:r>
              <a:rPr lang="en-GB" dirty="0"/>
              <a:t>Hence, there are two types of polymorphism:  Compile-time Polymorphism  Run-time Polymorphism </a:t>
            </a: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g33b506c192d_0_1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endParaRPr/>
          </a:p>
        </p:txBody>
      </p:sp>
      <p:sp>
        <p:nvSpPr>
          <p:cNvPr id="289" name="Google Shape;289;g33b506c192d_0_1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pic>
        <p:nvPicPr>
          <p:cNvPr id="290" name="Google Shape;290;g33b506c192d_0_16"/>
          <p:cNvPicPr preferRelativeResize="0"/>
          <p:nvPr/>
        </p:nvPicPr>
        <p:blipFill>
          <a:blip r:embed="rId3">
            <a:alphaModFix/>
          </a:blip>
          <a:stretch>
            <a:fillRect/>
          </a:stretch>
        </p:blipFill>
        <p:spPr>
          <a:xfrm>
            <a:off x="3157538" y="2276475"/>
            <a:ext cx="5876925" cy="23050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16084-1367-C048-DA8B-E0FE38990AA7}"/>
              </a:ext>
            </a:extLst>
          </p:cNvPr>
          <p:cNvSpPr>
            <a:spLocks noGrp="1"/>
          </p:cNvSpPr>
          <p:nvPr>
            <p:ph type="title"/>
          </p:nvPr>
        </p:nvSpPr>
        <p:spPr/>
        <p:txBody>
          <a:bodyPr/>
          <a:lstStyle/>
          <a:p>
            <a:r>
              <a:rPr lang="en-IN" dirty="0"/>
              <a:t>Function Overloading</a:t>
            </a:r>
          </a:p>
        </p:txBody>
      </p:sp>
      <p:sp>
        <p:nvSpPr>
          <p:cNvPr id="3" name="Text Placeholder 2">
            <a:extLst>
              <a:ext uri="{FF2B5EF4-FFF2-40B4-BE49-F238E27FC236}">
                <a16:creationId xmlns:a16="http://schemas.microsoft.com/office/drawing/2014/main" id="{894D8004-66BD-911B-E032-CC4DEA3DC808}"/>
              </a:ext>
            </a:extLst>
          </p:cNvPr>
          <p:cNvSpPr>
            <a:spLocks noGrp="1"/>
          </p:cNvSpPr>
          <p:nvPr>
            <p:ph type="body" idx="1"/>
          </p:nvPr>
        </p:nvSpPr>
        <p:spPr/>
        <p:txBody>
          <a:bodyPr/>
          <a:lstStyle/>
          <a:p>
            <a:pPr indent="-457200"/>
            <a:r>
              <a:rPr lang="en-GB" dirty="0"/>
              <a:t>With the help of function overloading, we can write different functions by using the same function name but with different argument lists. </a:t>
            </a:r>
          </a:p>
          <a:p>
            <a:pPr indent="-457200"/>
            <a:r>
              <a:rPr lang="en-GB" dirty="0"/>
              <a:t>The </a:t>
            </a:r>
            <a:r>
              <a:rPr lang="en-GB" dirty="0" err="1"/>
              <a:t>functon</a:t>
            </a:r>
            <a:r>
              <a:rPr lang="en-GB" dirty="0"/>
              <a:t> would perform different operations depending on the argument list in the </a:t>
            </a:r>
            <a:r>
              <a:rPr lang="en-GB" dirty="0" err="1"/>
              <a:t>functon</a:t>
            </a:r>
            <a:r>
              <a:rPr lang="en-GB" dirty="0"/>
              <a:t> call. </a:t>
            </a:r>
          </a:p>
          <a:p>
            <a:endParaRPr lang="en-IN" dirty="0"/>
          </a:p>
        </p:txBody>
      </p:sp>
    </p:spTree>
    <p:extLst>
      <p:ext uri="{BB962C8B-B14F-4D97-AF65-F5344CB8AC3E}">
        <p14:creationId xmlns:p14="http://schemas.microsoft.com/office/powerpoint/2010/main" val="31836511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g33b506c192d_0_2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endParaRPr/>
          </a:p>
        </p:txBody>
      </p:sp>
      <p:sp>
        <p:nvSpPr>
          <p:cNvPr id="302" name="Google Shape;302;g33b506c192d_0_2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77500" lnSpcReduction="20000"/>
          </a:bodyPr>
          <a:lstStyle/>
          <a:p>
            <a:pPr indent="-457200"/>
            <a:r>
              <a:rPr lang="en-GB" dirty="0"/>
              <a:t>The overloaded member functions in case of function overloading  are selected for invoking by matching the number of arguments and type of arguments. </a:t>
            </a:r>
            <a:endParaRPr dirty="0"/>
          </a:p>
          <a:p>
            <a:pPr indent="-457200"/>
            <a:r>
              <a:rPr lang="en-GB" dirty="0"/>
              <a:t>This information is known to the compiler at the compile time itself and, therefore, the selection of the appropriate function is made at the compile time only. </a:t>
            </a:r>
            <a:endParaRPr dirty="0"/>
          </a:p>
          <a:p>
            <a:pPr indent="-457200"/>
            <a:r>
              <a:rPr lang="en-GB" dirty="0"/>
              <a:t>In both cases, the compiler is aware of the complete information regarding the type and number of operands. </a:t>
            </a:r>
            <a:endParaRPr dirty="0"/>
          </a:p>
          <a:p>
            <a:pPr indent="-457200"/>
            <a:r>
              <a:rPr lang="en-GB" dirty="0"/>
              <a:t>Hence, it is possible for the compiler to select a suitable function at compile time. </a:t>
            </a:r>
          </a:p>
          <a:p>
            <a:pPr indent="-457200"/>
            <a:r>
              <a:rPr lang="en-GB" dirty="0"/>
              <a:t>This is known as </a:t>
            </a:r>
            <a:r>
              <a:rPr lang="en-GB" dirty="0">
                <a:solidFill>
                  <a:srgbClr val="FF0000"/>
                </a:solidFill>
              </a:rPr>
              <a:t>compile-time polymorphism</a:t>
            </a:r>
            <a:r>
              <a:rPr lang="en-GB" dirty="0"/>
              <a:t>. It is also termed as </a:t>
            </a:r>
            <a:r>
              <a:rPr lang="en-GB" dirty="0">
                <a:solidFill>
                  <a:srgbClr val="FF0000"/>
                </a:solidFill>
              </a:rPr>
              <a:t>static binding or early binding. </a:t>
            </a:r>
          </a:p>
          <a:p>
            <a:pPr indent="-457200"/>
            <a:r>
              <a:rPr lang="en-GB" dirty="0">
                <a:solidFill>
                  <a:srgbClr val="FF0000"/>
                </a:solidFill>
              </a:rPr>
              <a:t>Function overloading and Operator overloading are examples of Compile time polymorphism.</a:t>
            </a:r>
            <a:endParaRPr dirty="0">
              <a:solidFill>
                <a:srgbClr val="FF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g33b506c192d_0_2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IN" dirty="0"/>
              <a:t>Operator Overloading</a:t>
            </a:r>
            <a:endParaRPr dirty="0"/>
          </a:p>
        </p:txBody>
      </p:sp>
      <p:sp>
        <p:nvSpPr>
          <p:cNvPr id="296" name="Google Shape;296;g33b506c192d_0_2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indent="-457200"/>
            <a:r>
              <a:rPr lang="en-GB" dirty="0"/>
              <a:t>Operator overloading is achieved by allowing operators to operate on the user defined data type with the same manner as that of built- in data types.</a:t>
            </a:r>
            <a:endParaRPr dirty="0"/>
          </a:p>
          <a:p>
            <a:pPr indent="-457200"/>
            <a:r>
              <a:rPr lang="en-GB" dirty="0"/>
              <a:t>For example, plus “+” operator produces different actions in case of integers, complex numbers or strings.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g33b506c192d_0_7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endParaRPr/>
          </a:p>
        </p:txBody>
      </p:sp>
      <p:sp>
        <p:nvSpPr>
          <p:cNvPr id="308" name="Google Shape;308;g33b506c192d_0_75"/>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indent="-457200"/>
            <a:r>
              <a:rPr lang="en-GB" dirty="0"/>
              <a:t>Unary Operator Overloading and Binary operator overloading are there </a:t>
            </a: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g33b506c192d_0_6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endParaRPr/>
          </a:p>
        </p:txBody>
      </p:sp>
      <p:sp>
        <p:nvSpPr>
          <p:cNvPr id="314" name="Google Shape;314;g33b506c192d_0_69"/>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lnSpc>
                <a:spcPct val="115000"/>
              </a:lnSpc>
              <a:spcBef>
                <a:spcPts val="1400"/>
              </a:spcBef>
              <a:spcAft>
                <a:spcPts val="0"/>
              </a:spcAft>
              <a:buClr>
                <a:schemeClr val="dk1"/>
              </a:buClr>
              <a:buSzPts val="1100"/>
              <a:buFont typeface="Arial"/>
              <a:buNone/>
            </a:pPr>
            <a:r>
              <a:rPr lang="en-GB" sz="1800" b="1" dirty="0"/>
              <a:t>Binary Operator Overloading in C++</a:t>
            </a:r>
            <a:endParaRPr sz="1800" b="1" dirty="0"/>
          </a:p>
          <a:p>
            <a:pPr marL="0" lvl="0" indent="0" algn="l" rtl="0">
              <a:lnSpc>
                <a:spcPct val="115000"/>
              </a:lnSpc>
              <a:spcBef>
                <a:spcPts val="1200"/>
              </a:spcBef>
              <a:spcAft>
                <a:spcPts val="0"/>
              </a:spcAft>
              <a:buNone/>
            </a:pPr>
            <a:r>
              <a:rPr lang="en-GB" sz="1800" dirty="0"/>
              <a:t>Binary operators operate on two operands. </a:t>
            </a:r>
            <a:endParaRPr sz="1800" dirty="0"/>
          </a:p>
          <a:p>
            <a:pPr marL="0" lvl="0" indent="0" algn="l" rtl="0">
              <a:lnSpc>
                <a:spcPct val="115000"/>
              </a:lnSpc>
              <a:spcBef>
                <a:spcPts val="1200"/>
              </a:spcBef>
              <a:spcAft>
                <a:spcPts val="0"/>
              </a:spcAft>
              <a:buClr>
                <a:schemeClr val="dk1"/>
              </a:buClr>
              <a:buSzPts val="1100"/>
              <a:buFont typeface="Arial"/>
              <a:buNone/>
            </a:pPr>
            <a:r>
              <a:rPr lang="en-GB" sz="1800" dirty="0"/>
              <a:t>In C++, we can overload binary operators in two ways:</a:t>
            </a:r>
            <a:endParaRPr sz="1800" dirty="0"/>
          </a:p>
          <a:p>
            <a:pPr marL="457200" lvl="0" indent="-298450" algn="l" rtl="0">
              <a:lnSpc>
                <a:spcPct val="115000"/>
              </a:lnSpc>
              <a:spcBef>
                <a:spcPts val="1200"/>
              </a:spcBef>
              <a:spcAft>
                <a:spcPts val="0"/>
              </a:spcAft>
              <a:buSzPts val="1100"/>
              <a:buAutoNum type="arabicPeriod"/>
            </a:pPr>
            <a:r>
              <a:rPr lang="en-GB" sz="1800" b="1" dirty="0"/>
              <a:t>Without Friend Function (Member Function)</a:t>
            </a:r>
            <a:br>
              <a:rPr lang="en-GB" sz="1800" b="1" dirty="0"/>
            </a:br>
            <a:endParaRPr sz="1800" b="1" dirty="0"/>
          </a:p>
          <a:p>
            <a:pPr marL="457200" lvl="0" indent="-298450" algn="l" rtl="0">
              <a:lnSpc>
                <a:spcPct val="115000"/>
              </a:lnSpc>
              <a:spcBef>
                <a:spcPts val="0"/>
              </a:spcBef>
              <a:spcAft>
                <a:spcPts val="0"/>
              </a:spcAft>
              <a:buSzPts val="1100"/>
              <a:buAutoNum type="arabicPeriod"/>
            </a:pPr>
            <a:r>
              <a:rPr lang="en-GB" sz="1800" b="1" dirty="0"/>
              <a:t>With Friend Function (Non-Member Function)</a:t>
            </a:r>
            <a:br>
              <a:rPr lang="en-GB" sz="1800" b="1" dirty="0"/>
            </a:br>
            <a:endParaRPr sz="1800" b="1" dirty="0"/>
          </a:p>
          <a:p>
            <a:pPr marL="0" lvl="0" indent="0" algn="l" rtl="0">
              <a:spcBef>
                <a:spcPts val="1200"/>
              </a:spcBef>
              <a:spcAft>
                <a:spcPts val="0"/>
              </a:spcAft>
              <a:buNone/>
            </a:pP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g33b506c192d_0_8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endParaRPr/>
          </a:p>
        </p:txBody>
      </p:sp>
      <p:sp>
        <p:nvSpPr>
          <p:cNvPr id="320" name="Google Shape;320;g33b506c192d_0_8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lnSpc>
                <a:spcPct val="115000"/>
              </a:lnSpc>
              <a:spcBef>
                <a:spcPts val="1400"/>
              </a:spcBef>
              <a:spcAft>
                <a:spcPts val="0"/>
              </a:spcAft>
              <a:buClr>
                <a:schemeClr val="dk1"/>
              </a:buClr>
              <a:buSzPts val="1100"/>
              <a:buFont typeface="Arial"/>
              <a:buNone/>
            </a:pPr>
            <a:r>
              <a:rPr lang="en-GB" sz="1800" b="1" dirty="0"/>
              <a:t>Unary Operator Overloading in C++</a:t>
            </a:r>
            <a:endParaRPr sz="1800" b="1" dirty="0"/>
          </a:p>
          <a:p>
            <a:pPr marL="0" lvl="0" indent="0" algn="l" rtl="0">
              <a:lnSpc>
                <a:spcPct val="115000"/>
              </a:lnSpc>
              <a:spcBef>
                <a:spcPts val="1200"/>
              </a:spcBef>
              <a:spcAft>
                <a:spcPts val="0"/>
              </a:spcAft>
              <a:buNone/>
            </a:pPr>
            <a:r>
              <a:rPr lang="en-GB" sz="1800" dirty="0"/>
              <a:t>Unary  operators operate on one operand.</a:t>
            </a:r>
            <a:endParaRPr sz="1800" dirty="0"/>
          </a:p>
          <a:p>
            <a:pPr marL="0" lvl="0" indent="0" algn="l" rtl="0">
              <a:lnSpc>
                <a:spcPct val="115000"/>
              </a:lnSpc>
              <a:spcBef>
                <a:spcPts val="1200"/>
              </a:spcBef>
              <a:spcAft>
                <a:spcPts val="0"/>
              </a:spcAft>
              <a:buClr>
                <a:schemeClr val="dk1"/>
              </a:buClr>
              <a:buSzPts val="1100"/>
              <a:buFont typeface="Arial"/>
              <a:buNone/>
            </a:pPr>
            <a:r>
              <a:rPr lang="en-GB" sz="1800" dirty="0"/>
              <a:t> In C++, we can overload binary operators in two ways:</a:t>
            </a:r>
            <a:endParaRPr sz="1800" dirty="0"/>
          </a:p>
          <a:p>
            <a:pPr marL="457200" lvl="0" indent="-298450" algn="l" rtl="0">
              <a:lnSpc>
                <a:spcPct val="115000"/>
              </a:lnSpc>
              <a:spcBef>
                <a:spcPts val="1200"/>
              </a:spcBef>
              <a:spcAft>
                <a:spcPts val="0"/>
              </a:spcAft>
              <a:buSzPts val="1100"/>
              <a:buAutoNum type="arabicPeriod"/>
            </a:pPr>
            <a:r>
              <a:rPr lang="en-GB" sz="1800" b="1" dirty="0"/>
              <a:t>Without Friend Function (Member Function)</a:t>
            </a:r>
            <a:br>
              <a:rPr lang="en-GB" sz="1800" b="1" dirty="0"/>
            </a:br>
            <a:endParaRPr sz="1800" b="1" dirty="0"/>
          </a:p>
          <a:p>
            <a:pPr marL="457200" lvl="0" indent="-298450" algn="l" rtl="0">
              <a:lnSpc>
                <a:spcPct val="115000"/>
              </a:lnSpc>
              <a:spcBef>
                <a:spcPts val="0"/>
              </a:spcBef>
              <a:spcAft>
                <a:spcPts val="0"/>
              </a:spcAft>
              <a:buSzPts val="1100"/>
              <a:buAutoNum type="arabicPeriod"/>
            </a:pPr>
            <a:r>
              <a:rPr lang="en-GB" sz="1800" b="1" dirty="0"/>
              <a:t>With Friend Function (Non-Member Function)</a:t>
            </a:r>
            <a:br>
              <a:rPr lang="en-GB" sz="1800" b="1" dirty="0"/>
            </a:br>
            <a:endParaRPr sz="1800" b="1" dirty="0"/>
          </a:p>
          <a:p>
            <a:pPr marL="0" lvl="0" indent="0" algn="l" rtl="0">
              <a:spcBef>
                <a:spcPts val="1200"/>
              </a:spcBef>
              <a:spcAft>
                <a:spcPts val="0"/>
              </a:spcAft>
              <a:buClr>
                <a:schemeClr val="dk1"/>
              </a:buClr>
              <a:buSzPts val="1100"/>
              <a:buFont typeface="Arial"/>
              <a:buNone/>
            </a:pPr>
            <a:endParaRPr sz="1800" dirty="0"/>
          </a:p>
          <a:p>
            <a:pPr marL="0" lvl="0" indent="0" algn="l" rtl="0">
              <a:spcBef>
                <a:spcPts val="1000"/>
              </a:spcBef>
              <a:spcAft>
                <a:spcPts val="0"/>
              </a:spcAft>
              <a:buNone/>
            </a:pP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g33b506c192d_0_8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endParaRPr/>
          </a:p>
        </p:txBody>
      </p:sp>
      <p:sp>
        <p:nvSpPr>
          <p:cNvPr id="326" name="Google Shape;326;g33b506c192d_0_85"/>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lnSpc>
                <a:spcPct val="115000"/>
              </a:lnSpc>
              <a:spcBef>
                <a:spcPts val="1800"/>
              </a:spcBef>
              <a:spcAft>
                <a:spcPts val="0"/>
              </a:spcAft>
              <a:buClr>
                <a:schemeClr val="dk1"/>
              </a:buClr>
              <a:buSzPts val="1100"/>
              <a:buFont typeface="Arial"/>
              <a:buNone/>
            </a:pPr>
            <a:r>
              <a:rPr lang="en-GB" sz="1800" b="1" dirty="0"/>
              <a:t>Binary Operator Overloading Without Friend Function</a:t>
            </a:r>
            <a:endParaRPr sz="1800" b="1" dirty="0"/>
          </a:p>
          <a:p>
            <a:pPr marL="457200" lvl="0" indent="-298450" algn="l" rtl="0">
              <a:lnSpc>
                <a:spcPct val="115000"/>
              </a:lnSpc>
              <a:spcBef>
                <a:spcPts val="1200"/>
              </a:spcBef>
              <a:spcAft>
                <a:spcPts val="0"/>
              </a:spcAft>
              <a:buSzPts val="1100"/>
              <a:buChar char="●"/>
            </a:pPr>
            <a:r>
              <a:rPr lang="en-GB" sz="1800" dirty="0"/>
              <a:t>The binary operator is overloaded as a </a:t>
            </a:r>
            <a:r>
              <a:rPr lang="en-GB" sz="1800" b="1" dirty="0"/>
              <a:t>member function</a:t>
            </a:r>
            <a:r>
              <a:rPr lang="en-GB" sz="1800" dirty="0"/>
              <a:t>.</a:t>
            </a:r>
            <a:br>
              <a:rPr lang="en-GB" sz="1800" dirty="0"/>
            </a:br>
            <a:endParaRPr sz="1800" dirty="0"/>
          </a:p>
          <a:p>
            <a:pPr marL="457200" lvl="0" indent="-298450" algn="l" rtl="0">
              <a:lnSpc>
                <a:spcPct val="115000"/>
              </a:lnSpc>
              <a:spcBef>
                <a:spcPts val="0"/>
              </a:spcBef>
              <a:spcAft>
                <a:spcPts val="0"/>
              </a:spcAft>
              <a:buSzPts val="1100"/>
              <a:buChar char="●"/>
            </a:pPr>
            <a:r>
              <a:rPr lang="en-GB" sz="1800" dirty="0"/>
              <a:t>The left operand must be an object of the class.</a:t>
            </a:r>
            <a:endParaRPr sz="1800" dirty="0"/>
          </a:p>
          <a:p>
            <a:pPr marL="0" lvl="0" indent="0" algn="l" rtl="0">
              <a:spcBef>
                <a:spcPts val="1200"/>
              </a:spcBef>
              <a:spcAft>
                <a:spcPts val="0"/>
              </a:spcAft>
              <a:buNone/>
            </a:pPr>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g33b506c192d_0_9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endParaRPr/>
          </a:p>
        </p:txBody>
      </p:sp>
      <p:sp>
        <p:nvSpPr>
          <p:cNvPr id="332" name="Google Shape;332;g33b506c192d_0_91"/>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lnSpc>
                <a:spcPct val="115000"/>
              </a:lnSpc>
              <a:spcBef>
                <a:spcPts val="1800"/>
              </a:spcBef>
              <a:spcAft>
                <a:spcPts val="0"/>
              </a:spcAft>
              <a:buClr>
                <a:schemeClr val="dk1"/>
              </a:buClr>
              <a:buSzPts val="1100"/>
              <a:buFont typeface="Arial"/>
              <a:buNone/>
            </a:pPr>
            <a:r>
              <a:rPr lang="en-GB" sz="1800" b="1" dirty="0"/>
              <a:t>Binary Operator Overloading Using Friend Function</a:t>
            </a:r>
            <a:endParaRPr sz="1800" b="1" dirty="0"/>
          </a:p>
          <a:p>
            <a:pPr marL="457200" lvl="0" indent="-298450" algn="l" rtl="0">
              <a:lnSpc>
                <a:spcPct val="115000"/>
              </a:lnSpc>
              <a:spcBef>
                <a:spcPts val="1200"/>
              </a:spcBef>
              <a:spcAft>
                <a:spcPts val="0"/>
              </a:spcAft>
              <a:buSzPts val="1100"/>
              <a:buChar char="●"/>
            </a:pPr>
            <a:r>
              <a:rPr lang="en-GB" sz="1800" dirty="0"/>
              <a:t>The binary operator is overloaded using a </a:t>
            </a:r>
            <a:r>
              <a:rPr lang="en-GB" sz="1800" b="1" dirty="0"/>
              <a:t>friend function</a:t>
            </a:r>
            <a:r>
              <a:rPr lang="en-GB" sz="1800" dirty="0"/>
              <a:t>.</a:t>
            </a:r>
            <a:br>
              <a:rPr lang="en-GB" sz="1800" dirty="0"/>
            </a:br>
            <a:endParaRPr sz="1800" dirty="0"/>
          </a:p>
          <a:p>
            <a:pPr marL="457200" lvl="0" indent="-298450" algn="l" rtl="0">
              <a:lnSpc>
                <a:spcPct val="115000"/>
              </a:lnSpc>
              <a:spcBef>
                <a:spcPts val="0"/>
              </a:spcBef>
              <a:spcAft>
                <a:spcPts val="0"/>
              </a:spcAft>
              <a:buSzPts val="1100"/>
              <a:buChar char="●"/>
            </a:pPr>
            <a:r>
              <a:rPr lang="en-GB" sz="1800" dirty="0"/>
              <a:t>The function takes two objects as arguments.</a:t>
            </a:r>
            <a:endParaRPr sz="1800" dirty="0"/>
          </a:p>
          <a:p>
            <a:pPr marL="0" lvl="0" indent="0" algn="l" rtl="0">
              <a:spcBef>
                <a:spcPts val="1200"/>
              </a:spcBef>
              <a:spcAft>
                <a:spcPts val="0"/>
              </a:spcAft>
              <a:buNone/>
            </a:pPr>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g33b506c192d_0_9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endParaRPr/>
          </a:p>
        </p:txBody>
      </p:sp>
      <p:sp>
        <p:nvSpPr>
          <p:cNvPr id="338" name="Google Shape;338;g33b506c192d_0_97"/>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pic>
        <p:nvPicPr>
          <p:cNvPr id="339" name="Google Shape;339;g33b506c192d_0_97"/>
          <p:cNvPicPr preferRelativeResize="0"/>
          <p:nvPr/>
        </p:nvPicPr>
        <p:blipFill>
          <a:blip r:embed="rId3">
            <a:alphaModFix/>
          </a:blip>
          <a:stretch>
            <a:fillRect/>
          </a:stretch>
        </p:blipFill>
        <p:spPr>
          <a:xfrm>
            <a:off x="1376363" y="2024063"/>
            <a:ext cx="9439275" cy="28098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g33b506c192d_0_4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GB"/>
              <a:t>VIRTUAL FUNCTIONS </a:t>
            </a:r>
            <a:endParaRPr/>
          </a:p>
        </p:txBody>
      </p:sp>
      <p:sp>
        <p:nvSpPr>
          <p:cNvPr id="357" name="Google Shape;357;g33b506c192d_0_43"/>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70000" lnSpcReduction="20000"/>
          </a:bodyPr>
          <a:lstStyle/>
          <a:p>
            <a:pPr indent="-457200"/>
            <a:r>
              <a:rPr lang="en-GB" dirty="0">
                <a:solidFill>
                  <a:srgbClr val="FF0000"/>
                </a:solidFill>
              </a:rPr>
              <a:t>C++ supports a mechanism known as virtual function to achieve run-time polymorphism</a:t>
            </a:r>
            <a:endParaRPr dirty="0"/>
          </a:p>
          <a:p>
            <a:pPr indent="-457200"/>
            <a:r>
              <a:rPr lang="en-GB" dirty="0">
                <a:solidFill>
                  <a:srgbClr val="FF0000"/>
                </a:solidFill>
              </a:rPr>
              <a:t>A virtual function is a member function that is declared within a base class and redefined by a derived class. </a:t>
            </a:r>
            <a:endParaRPr dirty="0">
              <a:solidFill>
                <a:srgbClr val="FF0000"/>
              </a:solidFill>
            </a:endParaRPr>
          </a:p>
          <a:p>
            <a:pPr indent="-457200"/>
            <a:r>
              <a:rPr lang="en-GB" dirty="0">
                <a:solidFill>
                  <a:srgbClr val="FF0000"/>
                </a:solidFill>
              </a:rPr>
              <a:t>The whole function body can be replaced with a new set of implementation in the derived class. </a:t>
            </a:r>
            <a:endParaRPr dirty="0">
              <a:solidFill>
                <a:srgbClr val="FF0000"/>
              </a:solidFill>
            </a:endParaRPr>
          </a:p>
          <a:p>
            <a:pPr indent="-457200"/>
            <a:r>
              <a:rPr lang="en-GB" dirty="0">
                <a:solidFill>
                  <a:srgbClr val="FF0000"/>
                </a:solidFill>
              </a:rPr>
              <a:t>To make a function virtual, the virtual keyword must precede the function declaration in the base class.</a:t>
            </a:r>
            <a:endParaRPr dirty="0">
              <a:solidFill>
                <a:srgbClr val="FF0000"/>
              </a:solidFill>
            </a:endParaRPr>
          </a:p>
          <a:p>
            <a:pPr indent="-457200"/>
            <a:r>
              <a:rPr lang="en-GB" dirty="0">
                <a:solidFill>
                  <a:srgbClr val="FF0000"/>
                </a:solidFill>
              </a:rPr>
              <a:t> The redefinition of the function in any derived class does not require a second use of the virtual keyword</a:t>
            </a:r>
            <a:r>
              <a:rPr lang="en-GB" dirty="0"/>
              <a:t>.</a:t>
            </a:r>
            <a:endParaRPr dirty="0"/>
          </a:p>
          <a:p>
            <a:pPr indent="-457200"/>
            <a:r>
              <a:rPr lang="en-GB" dirty="0"/>
              <a:t> The difference between a non virtual member function and a virtual member function is that the non virtual member functions are resolved at compile time whereas the virtual member functions are resolved during run-time.</a:t>
            </a:r>
          </a:p>
          <a:p>
            <a:pPr indent="-457200"/>
            <a:r>
              <a:rPr lang="en-GB" dirty="0"/>
              <a:t>The concept of pointers to object is prior to knowing before implementing virtual function</a:t>
            </a: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g33b506c192d_0_3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endParaRPr/>
          </a:p>
        </p:txBody>
      </p:sp>
      <p:sp>
        <p:nvSpPr>
          <p:cNvPr id="351" name="Google Shape;351;g33b506c192d_0_3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indent="-457200"/>
            <a:r>
              <a:rPr lang="en-GB" dirty="0"/>
              <a:t>Here, the function is linked with a particular class much later after the compilation and thus runtime polymorphism is also known as </a:t>
            </a:r>
            <a:r>
              <a:rPr lang="en-GB" dirty="0">
                <a:solidFill>
                  <a:srgbClr val="FF0000"/>
                </a:solidFill>
              </a:rPr>
              <a:t>late binding or dynamic binding.</a:t>
            </a:r>
            <a:endParaRPr dirty="0">
              <a:solidFill>
                <a:srgbClr val="FF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GB"/>
              <a:t>ABSTRACT CLASSES </a:t>
            </a:r>
            <a:endParaRPr/>
          </a:p>
        </p:txBody>
      </p:sp>
      <p:sp>
        <p:nvSpPr>
          <p:cNvPr id="271" name="Google Shape;271;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GB" dirty="0"/>
              <a:t>The objects created often are the instances of a derived class but not of the base class.</a:t>
            </a:r>
            <a:endParaRPr dirty="0"/>
          </a:p>
          <a:p>
            <a:pPr marL="228600" lvl="0" indent="-228600" algn="l" rtl="0">
              <a:lnSpc>
                <a:spcPct val="90000"/>
              </a:lnSpc>
              <a:spcBef>
                <a:spcPts val="1000"/>
              </a:spcBef>
              <a:spcAft>
                <a:spcPts val="0"/>
              </a:spcAft>
              <a:buClr>
                <a:schemeClr val="dk1"/>
              </a:buClr>
              <a:buSzPts val="2800"/>
              <a:buChar char="•"/>
            </a:pPr>
            <a:r>
              <a:rPr lang="en-GB" dirty="0"/>
              <a:t>The base class just becomes a structure or foundation with the help of which other classes are built and hence such classes are called abstract class or abstract base class.</a:t>
            </a:r>
            <a:endParaRPr dirty="0"/>
          </a:p>
          <a:p>
            <a:pPr marL="228600" lvl="0" indent="-228600" algn="l" rtl="0">
              <a:lnSpc>
                <a:spcPct val="90000"/>
              </a:lnSpc>
              <a:spcBef>
                <a:spcPts val="1000"/>
              </a:spcBef>
              <a:spcAft>
                <a:spcPts val="0"/>
              </a:spcAft>
              <a:buClr>
                <a:schemeClr val="dk1"/>
              </a:buClr>
              <a:buSzPts val="2800"/>
              <a:buChar char="•"/>
            </a:pPr>
            <a:r>
              <a:rPr lang="en-GB" dirty="0"/>
              <a:t> In other words, </a:t>
            </a:r>
            <a:r>
              <a:rPr lang="en-GB" dirty="0">
                <a:solidFill>
                  <a:srgbClr val="FF0000"/>
                </a:solidFill>
              </a:rPr>
              <a:t>when a class is not used for creating objects then it is called abstract class</a:t>
            </a:r>
            <a:endParaRPr dirty="0">
              <a:solidFill>
                <a:srgbClr val="FF0000"/>
              </a:solidFill>
            </a:endParaRPr>
          </a:p>
        </p:txBody>
      </p:sp>
    </p:spTree>
    <p:extLst>
      <p:ext uri="{BB962C8B-B14F-4D97-AF65-F5344CB8AC3E}">
        <p14:creationId xmlns:p14="http://schemas.microsoft.com/office/powerpoint/2010/main" val="34380152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g33b506c192d_0_5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GB"/>
              <a:t>PURE VIRTUAL FUNCTIONS</a:t>
            </a:r>
            <a:endParaRPr/>
          </a:p>
        </p:txBody>
      </p:sp>
      <p:sp>
        <p:nvSpPr>
          <p:cNvPr id="369" name="Google Shape;369;g33b506c192d_0_5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indent="-457200"/>
            <a:r>
              <a:rPr lang="en-GB" dirty="0">
                <a:solidFill>
                  <a:srgbClr val="FF0000"/>
                </a:solidFill>
              </a:rPr>
              <a:t>A pure virtual function is a virtual function that has no definition within the base class. </a:t>
            </a:r>
            <a:endParaRPr dirty="0">
              <a:solidFill>
                <a:srgbClr val="FF0000"/>
              </a:solidFill>
            </a:endParaRPr>
          </a:p>
          <a:p>
            <a:pPr indent="-457200"/>
            <a:r>
              <a:rPr lang="en-GB" dirty="0">
                <a:solidFill>
                  <a:srgbClr val="FF0000"/>
                </a:solidFill>
              </a:rPr>
              <a:t>It only serves as a placeholder.</a:t>
            </a:r>
            <a:endParaRPr dirty="0">
              <a:solidFill>
                <a:srgbClr val="FF0000"/>
              </a:solidFill>
            </a:endParaRPr>
          </a:p>
          <a:p>
            <a:pPr indent="-457200"/>
            <a:r>
              <a:rPr lang="en-GB" dirty="0">
                <a:solidFill>
                  <a:srgbClr val="FF0000"/>
                </a:solidFill>
              </a:rPr>
              <a:t>In such cases, the compiler requires each derived class to either define the function or redeclare it as pure virtual function.</a:t>
            </a:r>
            <a:endParaRPr dirty="0">
              <a:solidFill>
                <a:srgbClr val="FF0000"/>
              </a:solidFill>
            </a:endParaRPr>
          </a:p>
          <a:p>
            <a:pPr indent="-457200"/>
            <a:r>
              <a:rPr lang="en-GB" dirty="0">
                <a:solidFill>
                  <a:srgbClr val="FF0000"/>
                </a:solidFill>
              </a:rPr>
              <a:t>A class containing pure virtual functions cannot be used to declare objects of its own.</a:t>
            </a:r>
            <a:endParaRPr dirty="0">
              <a:solidFill>
                <a:srgbClr val="FF0000"/>
              </a:solidFill>
            </a:endParaRPr>
          </a:p>
          <a:p>
            <a:pPr indent="-457200"/>
            <a:r>
              <a:rPr lang="en-GB" dirty="0">
                <a:solidFill>
                  <a:srgbClr val="FF0000"/>
                </a:solidFill>
              </a:rPr>
              <a:t>Such classes are known as abstract base class. </a:t>
            </a:r>
            <a:endParaRPr dirty="0">
              <a:solidFill>
                <a:srgbClr val="FF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g33b506c192d_0_6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endParaRPr/>
          </a:p>
        </p:txBody>
      </p:sp>
      <p:sp>
        <p:nvSpPr>
          <p:cNvPr id="375" name="Google Shape;375;g33b506c192d_0_63"/>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indent="-457200"/>
            <a:r>
              <a:rPr lang="en-GB" dirty="0"/>
              <a:t>A class that cannot instantiate objects is not useless.</a:t>
            </a:r>
            <a:endParaRPr dirty="0"/>
          </a:p>
          <a:p>
            <a:pPr indent="-457200"/>
            <a:r>
              <a:rPr lang="en-GB" dirty="0"/>
              <a:t>We can create pointers to it and take advantage of all its polymorphic abilities.</a:t>
            </a: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39563-C3BD-A635-2731-634F7857CF58}"/>
              </a:ext>
            </a:extLst>
          </p:cNvPr>
          <p:cNvSpPr>
            <a:spLocks noGrp="1"/>
          </p:cNvSpPr>
          <p:nvPr>
            <p:ph type="title"/>
          </p:nvPr>
        </p:nvSpPr>
        <p:spPr/>
        <p:txBody>
          <a:bodyPr/>
          <a:lstStyle/>
          <a:p>
            <a:r>
              <a:rPr lang="en-IN" dirty="0"/>
              <a:t>Exception Handling</a:t>
            </a:r>
          </a:p>
        </p:txBody>
      </p:sp>
      <p:sp>
        <p:nvSpPr>
          <p:cNvPr id="3" name="Text Placeholder 2">
            <a:extLst>
              <a:ext uri="{FF2B5EF4-FFF2-40B4-BE49-F238E27FC236}">
                <a16:creationId xmlns:a16="http://schemas.microsoft.com/office/drawing/2014/main" id="{A6448E16-8F89-CF1E-AA07-4E181F4A848C}"/>
              </a:ext>
            </a:extLst>
          </p:cNvPr>
          <p:cNvSpPr>
            <a:spLocks noGrp="1"/>
          </p:cNvSpPr>
          <p:nvPr>
            <p:ph type="body" idx="1"/>
          </p:nvPr>
        </p:nvSpPr>
        <p:spPr/>
        <p:txBody>
          <a:bodyPr/>
          <a:lstStyle/>
          <a:p>
            <a:pPr>
              <a:lnSpc>
                <a:spcPct val="115000"/>
              </a:lnSpc>
              <a:spcBef>
                <a:spcPts val="1200"/>
              </a:spcBef>
              <a:spcAft>
                <a:spcPts val="1200"/>
              </a:spcAft>
            </a:pPr>
            <a:r>
              <a:rPr lang="en-IN" sz="1800" dirty="0">
                <a:effectLst/>
                <a:latin typeface="Aptos" panose="020B0004020202020204" pitchFamily="34" charset="0"/>
                <a:ea typeface="Aptos" panose="020B0004020202020204" pitchFamily="34" charset="0"/>
                <a:cs typeface="Aptos" panose="020B0004020202020204" pitchFamily="34" charset="0"/>
              </a:rPr>
              <a:t>	</a:t>
            </a:r>
            <a:r>
              <a:rPr lang="en-IN" sz="2400" dirty="0">
                <a:effectLst/>
                <a:latin typeface="Aptos" panose="020B0004020202020204" pitchFamily="34" charset="0"/>
                <a:ea typeface="Aptos" panose="020B0004020202020204" pitchFamily="34" charset="0"/>
                <a:cs typeface="Aptos" panose="020B0004020202020204" pitchFamily="34" charset="0"/>
              </a:rPr>
              <a:t>Exception handling in C++ is a mechanism to handle runtime errors  gracefully and ensure that the program does not crash unexpectedly.</a:t>
            </a:r>
          </a:p>
          <a:p>
            <a:pPr>
              <a:lnSpc>
                <a:spcPct val="115000"/>
              </a:lnSpc>
              <a:spcBef>
                <a:spcPts val="1200"/>
              </a:spcBef>
              <a:spcAft>
                <a:spcPts val="1200"/>
              </a:spcAft>
            </a:pPr>
            <a:r>
              <a:rPr lang="en-IN" sz="2400" dirty="0">
                <a:effectLst/>
                <a:latin typeface="Aptos" panose="020B0004020202020204" pitchFamily="34" charset="0"/>
                <a:ea typeface="Aptos" panose="020B0004020202020204" pitchFamily="34" charset="0"/>
                <a:cs typeface="Aptos" panose="020B0004020202020204" pitchFamily="34" charset="0"/>
              </a:rPr>
              <a:t> 	It allows us to "throw" exceptions when something goes wrong and "catch" them to handle the error properly.</a:t>
            </a:r>
          </a:p>
          <a:p>
            <a:pPr>
              <a:lnSpc>
                <a:spcPct val="115000"/>
              </a:lnSpc>
              <a:spcAft>
                <a:spcPts val="800"/>
              </a:spcAft>
            </a:pPr>
            <a:r>
              <a:rPr lang="en-IN" sz="1800" b="1" dirty="0">
                <a:effectLst/>
                <a:latin typeface="Aptos" panose="020B0004020202020204" pitchFamily="34" charset="0"/>
                <a:ea typeface="Aptos" panose="020B0004020202020204" pitchFamily="34" charset="0"/>
                <a:cs typeface="Aptos" panose="020B0004020202020204" pitchFamily="34" charset="0"/>
              </a:rPr>
              <a:t> </a:t>
            </a:r>
            <a:endParaRPr lang="en-IN" sz="1800" dirty="0">
              <a:effectLst/>
              <a:latin typeface="Aptos" panose="020B0004020202020204" pitchFamily="34" charset="0"/>
              <a:ea typeface="Aptos" panose="020B0004020202020204" pitchFamily="34" charset="0"/>
              <a:cs typeface="Aptos" panose="020B0004020202020204" pitchFamily="34" charset="0"/>
            </a:endParaRPr>
          </a:p>
          <a:p>
            <a:endParaRPr lang="en-IN" dirty="0"/>
          </a:p>
        </p:txBody>
      </p:sp>
    </p:spTree>
    <p:extLst>
      <p:ext uri="{BB962C8B-B14F-4D97-AF65-F5344CB8AC3E}">
        <p14:creationId xmlns:p14="http://schemas.microsoft.com/office/powerpoint/2010/main" val="42780723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1B3D6-D063-CD39-7556-845D6D40069A}"/>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56DEE977-2C2C-8CBF-A67C-5285B695523C}"/>
              </a:ext>
            </a:extLst>
          </p:cNvPr>
          <p:cNvSpPr>
            <a:spLocks noGrp="1"/>
          </p:cNvSpPr>
          <p:nvPr>
            <p:ph type="body" idx="1"/>
          </p:nvPr>
        </p:nvSpPr>
        <p:spPr/>
        <p:txBody>
          <a:bodyPr>
            <a:normAutofit lnSpcReduction="10000"/>
          </a:bodyPr>
          <a:lstStyle/>
          <a:p>
            <a:pPr>
              <a:lnSpc>
                <a:spcPct val="115000"/>
              </a:lnSpc>
              <a:spcBef>
                <a:spcPts val="1400"/>
              </a:spcBef>
              <a:spcAft>
                <a:spcPts val="1400"/>
              </a:spcAft>
              <a:buNone/>
            </a:pPr>
            <a:r>
              <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Exception handling in C++ consist of three keywords: </a:t>
            </a:r>
            <a:r>
              <a:rPr lang="en-IN" sz="1800" dirty="0">
                <a:solidFill>
                  <a:srgbClr val="000000"/>
                </a:solidFill>
                <a:effectLst/>
                <a:latin typeface="Courier New" panose="02070309020205020404" pitchFamily="49" charset="0"/>
                <a:ea typeface="Courier New" panose="02070309020205020404" pitchFamily="49" charset="0"/>
                <a:cs typeface="Aptos" panose="020B0004020202020204" pitchFamily="34" charset="0"/>
              </a:rPr>
              <a:t>try</a:t>
            </a:r>
            <a:r>
              <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r>
              <a:rPr lang="en-IN" sz="1800" dirty="0">
                <a:solidFill>
                  <a:srgbClr val="000000"/>
                </a:solidFill>
                <a:effectLst/>
                <a:latin typeface="Courier New" panose="02070309020205020404" pitchFamily="49" charset="0"/>
                <a:ea typeface="Courier New" panose="02070309020205020404" pitchFamily="49" charset="0"/>
                <a:cs typeface="Aptos" panose="020B0004020202020204" pitchFamily="34" charset="0"/>
              </a:rPr>
              <a:t>throw</a:t>
            </a:r>
            <a:r>
              <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and </a:t>
            </a:r>
            <a:r>
              <a:rPr lang="en-IN" sz="1800" dirty="0">
                <a:solidFill>
                  <a:srgbClr val="000000"/>
                </a:solidFill>
                <a:effectLst/>
                <a:latin typeface="Courier New" panose="02070309020205020404" pitchFamily="49" charset="0"/>
                <a:ea typeface="Courier New" panose="02070309020205020404" pitchFamily="49" charset="0"/>
                <a:cs typeface="Aptos" panose="020B0004020202020204" pitchFamily="34" charset="0"/>
              </a:rPr>
              <a:t>catch</a:t>
            </a:r>
            <a:r>
              <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t>
            </a:r>
            <a:endParaRPr lang="en-IN" sz="1800" dirty="0">
              <a:effectLst/>
              <a:latin typeface="Aptos" panose="020B0004020202020204" pitchFamily="34" charset="0"/>
              <a:ea typeface="Aptos" panose="020B0004020202020204" pitchFamily="34" charset="0"/>
              <a:cs typeface="Aptos" panose="020B0004020202020204" pitchFamily="34" charset="0"/>
            </a:endParaRPr>
          </a:p>
          <a:p>
            <a:pPr>
              <a:lnSpc>
                <a:spcPct val="115000"/>
              </a:lnSpc>
              <a:spcBef>
                <a:spcPts val="1400"/>
              </a:spcBef>
              <a:spcAft>
                <a:spcPts val="1400"/>
              </a:spcAft>
            </a:pPr>
            <a:r>
              <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The </a:t>
            </a:r>
            <a:r>
              <a:rPr lang="en-IN" sz="1800" dirty="0">
                <a:solidFill>
                  <a:srgbClr val="000000"/>
                </a:solidFill>
                <a:effectLst/>
                <a:latin typeface="Courier New" panose="02070309020205020404" pitchFamily="49" charset="0"/>
                <a:ea typeface="Courier New" panose="02070309020205020404" pitchFamily="49" charset="0"/>
                <a:cs typeface="Aptos" panose="020B0004020202020204" pitchFamily="34" charset="0"/>
              </a:rPr>
              <a:t>try</a:t>
            </a:r>
            <a:r>
              <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statement allows you to define a block of code to be tested for errors while it is being executed.</a:t>
            </a:r>
            <a:endParaRPr lang="en-IN" sz="1800" dirty="0">
              <a:effectLst/>
              <a:latin typeface="Aptos" panose="020B0004020202020204" pitchFamily="34" charset="0"/>
              <a:ea typeface="Aptos" panose="020B0004020202020204" pitchFamily="34" charset="0"/>
              <a:cs typeface="Aptos" panose="020B0004020202020204" pitchFamily="34" charset="0"/>
            </a:endParaRPr>
          </a:p>
          <a:p>
            <a:pPr>
              <a:lnSpc>
                <a:spcPct val="115000"/>
              </a:lnSpc>
              <a:spcBef>
                <a:spcPts val="1400"/>
              </a:spcBef>
              <a:spcAft>
                <a:spcPts val="1400"/>
              </a:spcAft>
            </a:pPr>
            <a:r>
              <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The </a:t>
            </a:r>
            <a:r>
              <a:rPr lang="en-IN" sz="1800" dirty="0">
                <a:solidFill>
                  <a:srgbClr val="000000"/>
                </a:solidFill>
                <a:effectLst/>
                <a:latin typeface="Courier New" panose="02070309020205020404" pitchFamily="49" charset="0"/>
                <a:ea typeface="Courier New" panose="02070309020205020404" pitchFamily="49" charset="0"/>
                <a:cs typeface="Aptos" panose="020B0004020202020204" pitchFamily="34" charset="0"/>
              </a:rPr>
              <a:t>throw</a:t>
            </a:r>
            <a:r>
              <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keyword throws an exception when a problem is detected, which lets us create a custom error.</a:t>
            </a:r>
            <a:endParaRPr lang="en-IN" sz="1800" dirty="0">
              <a:effectLst/>
              <a:latin typeface="Aptos" panose="020B0004020202020204" pitchFamily="34" charset="0"/>
              <a:ea typeface="Aptos" panose="020B0004020202020204" pitchFamily="34" charset="0"/>
              <a:cs typeface="Aptos" panose="020B0004020202020204" pitchFamily="34" charset="0"/>
            </a:endParaRPr>
          </a:p>
          <a:p>
            <a:pPr>
              <a:lnSpc>
                <a:spcPct val="115000"/>
              </a:lnSpc>
              <a:spcBef>
                <a:spcPts val="1400"/>
              </a:spcBef>
              <a:spcAft>
                <a:spcPts val="1400"/>
              </a:spcAft>
            </a:pPr>
            <a:r>
              <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The </a:t>
            </a:r>
            <a:r>
              <a:rPr lang="en-IN" sz="1800" dirty="0">
                <a:solidFill>
                  <a:srgbClr val="000000"/>
                </a:solidFill>
                <a:effectLst/>
                <a:latin typeface="Courier New" panose="02070309020205020404" pitchFamily="49" charset="0"/>
                <a:ea typeface="Courier New" panose="02070309020205020404" pitchFamily="49" charset="0"/>
                <a:cs typeface="Aptos" panose="020B0004020202020204" pitchFamily="34" charset="0"/>
              </a:rPr>
              <a:t>catch</a:t>
            </a:r>
            <a:r>
              <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statement allows you to define a block of code to be executed, if an error occurs in the try block.</a:t>
            </a:r>
            <a:endParaRPr lang="en-IN" sz="1800" dirty="0">
              <a:effectLst/>
              <a:latin typeface="Aptos" panose="020B0004020202020204" pitchFamily="34" charset="0"/>
              <a:ea typeface="Aptos" panose="020B0004020202020204" pitchFamily="34" charset="0"/>
              <a:cs typeface="Aptos" panose="020B0004020202020204" pitchFamily="34" charset="0"/>
            </a:endParaRPr>
          </a:p>
          <a:p>
            <a:pPr>
              <a:lnSpc>
                <a:spcPct val="115000"/>
              </a:lnSpc>
              <a:spcBef>
                <a:spcPts val="1400"/>
              </a:spcBef>
              <a:spcAft>
                <a:spcPts val="1400"/>
              </a:spcAft>
            </a:pPr>
            <a:r>
              <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The </a:t>
            </a:r>
            <a:r>
              <a:rPr lang="en-IN" sz="1800" dirty="0">
                <a:solidFill>
                  <a:srgbClr val="000000"/>
                </a:solidFill>
                <a:effectLst/>
                <a:latin typeface="Courier New" panose="02070309020205020404" pitchFamily="49" charset="0"/>
                <a:ea typeface="Courier New" panose="02070309020205020404" pitchFamily="49" charset="0"/>
                <a:cs typeface="Aptos" panose="020B0004020202020204" pitchFamily="34" charset="0"/>
              </a:rPr>
              <a:t>try</a:t>
            </a:r>
            <a:r>
              <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and </a:t>
            </a:r>
            <a:r>
              <a:rPr lang="en-IN" sz="1800" dirty="0">
                <a:solidFill>
                  <a:srgbClr val="000000"/>
                </a:solidFill>
                <a:effectLst/>
                <a:latin typeface="Courier New" panose="02070309020205020404" pitchFamily="49" charset="0"/>
                <a:ea typeface="Courier New" panose="02070309020205020404" pitchFamily="49" charset="0"/>
                <a:cs typeface="Aptos" panose="020B0004020202020204" pitchFamily="34" charset="0"/>
              </a:rPr>
              <a:t>catch</a:t>
            </a:r>
            <a:r>
              <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keywords come in pairs</a:t>
            </a:r>
            <a:endParaRPr lang="en-IN" sz="1800" dirty="0">
              <a:effectLst/>
              <a:latin typeface="Aptos" panose="020B0004020202020204" pitchFamily="34" charset="0"/>
              <a:ea typeface="Aptos" panose="020B0004020202020204" pitchFamily="34" charset="0"/>
              <a:cs typeface="Aptos" panose="020B0004020202020204" pitchFamily="34" charset="0"/>
            </a:endParaRPr>
          </a:p>
          <a:p>
            <a:endParaRPr lang="en-IN" dirty="0"/>
          </a:p>
        </p:txBody>
      </p:sp>
    </p:spTree>
    <p:extLst>
      <p:ext uri="{BB962C8B-B14F-4D97-AF65-F5344CB8AC3E}">
        <p14:creationId xmlns:p14="http://schemas.microsoft.com/office/powerpoint/2010/main" val="18482901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87767-D1E0-1E40-A5E1-2DFE1D7EE63F}"/>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02A1FB61-B0F3-DB8A-804E-13B1B5B2E526}"/>
              </a:ext>
            </a:extLst>
          </p:cNvPr>
          <p:cNvSpPr>
            <a:spLocks noGrp="1"/>
          </p:cNvSpPr>
          <p:nvPr>
            <p:ph type="body" idx="1"/>
          </p:nvPr>
        </p:nvSpPr>
        <p:spPr/>
        <p:txBody>
          <a:bodyPr/>
          <a:lstStyle/>
          <a:p>
            <a:endParaRPr lang="en-IN" dirty="0"/>
          </a:p>
        </p:txBody>
      </p:sp>
      <p:pic>
        <p:nvPicPr>
          <p:cNvPr id="4" name="image1.png">
            <a:extLst>
              <a:ext uri="{FF2B5EF4-FFF2-40B4-BE49-F238E27FC236}">
                <a16:creationId xmlns:a16="http://schemas.microsoft.com/office/drawing/2014/main" id="{6BE5E2C6-154B-7266-1671-3C043275E7DF}"/>
              </a:ext>
            </a:extLst>
          </p:cNvPr>
          <p:cNvPicPr/>
          <p:nvPr/>
        </p:nvPicPr>
        <p:blipFill>
          <a:blip r:embed="rId2"/>
          <a:srcRect/>
          <a:stretch>
            <a:fillRect/>
          </a:stretch>
        </p:blipFill>
        <p:spPr>
          <a:xfrm>
            <a:off x="3230562" y="2609850"/>
            <a:ext cx="5730875" cy="1638300"/>
          </a:xfrm>
          <a:prstGeom prst="rect">
            <a:avLst/>
          </a:prstGeom>
          <a:ln/>
        </p:spPr>
      </p:pic>
    </p:spTree>
    <p:extLst>
      <p:ext uri="{BB962C8B-B14F-4D97-AF65-F5344CB8AC3E}">
        <p14:creationId xmlns:p14="http://schemas.microsoft.com/office/powerpoint/2010/main" val="12447489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2FEED-2996-A013-D553-9A9DAD20783E}"/>
              </a:ext>
            </a:extLst>
          </p:cNvPr>
          <p:cNvSpPr>
            <a:spLocks noGrp="1"/>
          </p:cNvSpPr>
          <p:nvPr>
            <p:ph type="title"/>
          </p:nvPr>
        </p:nvSpPr>
        <p:spPr/>
        <p:txBody>
          <a:bodyPr/>
          <a:lstStyle/>
          <a:p>
            <a:r>
              <a:rPr lang="en-IN" sz="4000" b="1" dirty="0">
                <a:effectLst/>
                <a:latin typeface="Aptos" panose="020B0004020202020204" pitchFamily="34" charset="0"/>
                <a:ea typeface="Aptos" panose="020B0004020202020204" pitchFamily="34" charset="0"/>
                <a:cs typeface="Aptos" panose="020B0004020202020204" pitchFamily="34" charset="0"/>
              </a:rPr>
              <a:t>Inline Function</a:t>
            </a:r>
            <a:br>
              <a:rPr lang="en-IN" sz="1800" dirty="0">
                <a:effectLst/>
                <a:latin typeface="Aptos" panose="020B0004020202020204" pitchFamily="34" charset="0"/>
                <a:ea typeface="Aptos" panose="020B0004020202020204" pitchFamily="34" charset="0"/>
                <a:cs typeface="Aptos" panose="020B0004020202020204" pitchFamily="34" charset="0"/>
              </a:rPr>
            </a:br>
            <a:endParaRPr lang="en-IN" dirty="0"/>
          </a:p>
        </p:txBody>
      </p:sp>
      <p:sp>
        <p:nvSpPr>
          <p:cNvPr id="3" name="Text Placeholder 2">
            <a:extLst>
              <a:ext uri="{FF2B5EF4-FFF2-40B4-BE49-F238E27FC236}">
                <a16:creationId xmlns:a16="http://schemas.microsoft.com/office/drawing/2014/main" id="{FD8906F0-5231-8BB0-6550-6E860D49AB07}"/>
              </a:ext>
            </a:extLst>
          </p:cNvPr>
          <p:cNvSpPr>
            <a:spLocks noGrp="1"/>
          </p:cNvSpPr>
          <p:nvPr>
            <p:ph type="body" idx="1"/>
          </p:nvPr>
        </p:nvSpPr>
        <p:spPr/>
        <p:txBody>
          <a:bodyPr/>
          <a:lstStyle/>
          <a:p>
            <a:r>
              <a:rPr lang="en-IN" sz="1800" dirty="0">
                <a:effectLst/>
                <a:latin typeface="Aptos" panose="020B0004020202020204" pitchFamily="34" charset="0"/>
                <a:ea typeface="Aptos" panose="020B0004020202020204" pitchFamily="34" charset="0"/>
                <a:cs typeface="Aptos" panose="020B0004020202020204" pitchFamily="34" charset="0"/>
              </a:rPr>
              <a:t>Function execution involves jumping of control from the calling program to called function.</a:t>
            </a:r>
          </a:p>
          <a:p>
            <a:r>
              <a:rPr lang="en-IN" sz="1800" dirty="0">
                <a:effectLst/>
                <a:latin typeface="Aptos" panose="020B0004020202020204" pitchFamily="34" charset="0"/>
                <a:ea typeface="Aptos" panose="020B0004020202020204" pitchFamily="34" charset="0"/>
                <a:cs typeface="Aptos" panose="020B0004020202020204" pitchFamily="34" charset="0"/>
              </a:rPr>
              <a:t> This is an overhead for the program and increases the time in execution.</a:t>
            </a:r>
          </a:p>
          <a:p>
            <a:r>
              <a:rPr lang="en-IN" sz="1800" dirty="0">
                <a:effectLst/>
                <a:latin typeface="Aptos" panose="020B0004020202020204" pitchFamily="34" charset="0"/>
                <a:ea typeface="Aptos" panose="020B0004020202020204" pitchFamily="34" charset="0"/>
                <a:cs typeface="Aptos" panose="020B0004020202020204" pitchFamily="34" charset="0"/>
              </a:rPr>
              <a:t> To eliminate this overhead, C++ provides a mechanism called inline function.</a:t>
            </a:r>
          </a:p>
          <a:p>
            <a:r>
              <a:rPr lang="en-IN" sz="1800" dirty="0">
                <a:effectLst/>
                <a:latin typeface="Aptos" panose="020B0004020202020204" pitchFamily="34" charset="0"/>
                <a:ea typeface="Aptos" panose="020B0004020202020204" pitchFamily="34" charset="0"/>
                <a:cs typeface="Aptos" panose="020B0004020202020204" pitchFamily="34" charset="0"/>
              </a:rPr>
              <a:t> An inline function is a function that is declared with the keyword inline. </a:t>
            </a:r>
          </a:p>
          <a:p>
            <a:r>
              <a:rPr lang="en-IN" sz="1800" dirty="0">
                <a:effectLst/>
                <a:latin typeface="Aptos" panose="020B0004020202020204" pitchFamily="34" charset="0"/>
                <a:ea typeface="Aptos" panose="020B0004020202020204" pitchFamily="34" charset="0"/>
                <a:cs typeface="Aptos" panose="020B0004020202020204" pitchFamily="34" charset="0"/>
              </a:rPr>
              <a:t>The keyword inline is a request to the compiler, to replaces the function call with the corresponding function body at the time of compilation.</a:t>
            </a:r>
          </a:p>
          <a:p>
            <a:endParaRPr lang="en-IN" sz="1800" dirty="0">
              <a:effectLst/>
              <a:latin typeface="Aptos" panose="020B0004020202020204" pitchFamily="34" charset="0"/>
              <a:ea typeface="Aptos" panose="020B0004020202020204" pitchFamily="34" charset="0"/>
              <a:cs typeface="Aptos" panose="020B0004020202020204" pitchFamily="34" charset="0"/>
            </a:endParaRPr>
          </a:p>
          <a:p>
            <a:endParaRPr lang="en-IN" dirty="0"/>
          </a:p>
        </p:txBody>
      </p:sp>
      <p:pic>
        <p:nvPicPr>
          <p:cNvPr id="4" name="image4.png">
            <a:extLst>
              <a:ext uri="{FF2B5EF4-FFF2-40B4-BE49-F238E27FC236}">
                <a16:creationId xmlns:a16="http://schemas.microsoft.com/office/drawing/2014/main" id="{F1F91C11-5D7A-D6AE-63C0-5C1132784906}"/>
              </a:ext>
            </a:extLst>
          </p:cNvPr>
          <p:cNvPicPr/>
          <p:nvPr/>
        </p:nvPicPr>
        <p:blipFill>
          <a:blip r:embed="rId2"/>
          <a:srcRect/>
          <a:stretch>
            <a:fillRect/>
          </a:stretch>
        </p:blipFill>
        <p:spPr>
          <a:xfrm>
            <a:off x="3748087" y="3979523"/>
            <a:ext cx="4543425" cy="1390650"/>
          </a:xfrm>
          <a:prstGeom prst="rect">
            <a:avLst/>
          </a:prstGeom>
          <a:ln/>
        </p:spPr>
      </p:pic>
    </p:spTree>
    <p:extLst>
      <p:ext uri="{BB962C8B-B14F-4D97-AF65-F5344CB8AC3E}">
        <p14:creationId xmlns:p14="http://schemas.microsoft.com/office/powerpoint/2010/main" val="41730355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3A00F-2AF0-061E-5167-28706C7BF0C8}"/>
              </a:ext>
            </a:extLst>
          </p:cNvPr>
          <p:cNvSpPr>
            <a:spLocks noGrp="1"/>
          </p:cNvSpPr>
          <p:nvPr>
            <p:ph type="title"/>
          </p:nvPr>
        </p:nvSpPr>
        <p:spPr/>
        <p:txBody>
          <a:bodyPr/>
          <a:lstStyle/>
          <a:p>
            <a:r>
              <a:rPr lang="en-IN" dirty="0"/>
              <a:t>OOP Concepts</a:t>
            </a:r>
          </a:p>
        </p:txBody>
      </p:sp>
      <p:sp>
        <p:nvSpPr>
          <p:cNvPr id="3" name="Text Placeholder 2">
            <a:extLst>
              <a:ext uri="{FF2B5EF4-FFF2-40B4-BE49-F238E27FC236}">
                <a16:creationId xmlns:a16="http://schemas.microsoft.com/office/drawing/2014/main" id="{A295D938-1DE3-1F62-0EDD-462E1B4081E2}"/>
              </a:ext>
            </a:extLst>
          </p:cNvPr>
          <p:cNvSpPr>
            <a:spLocks noGrp="1"/>
          </p:cNvSpPr>
          <p:nvPr>
            <p:ph type="body" idx="1"/>
          </p:nvPr>
        </p:nvSpPr>
        <p:spPr/>
        <p:txBody>
          <a:bodyPr/>
          <a:lstStyle/>
          <a:p>
            <a:pPr>
              <a:buFont typeface="+mj-lt"/>
              <a:buAutoNum type="arabicPeriod"/>
            </a:pPr>
            <a:r>
              <a:rPr lang="en-IN" dirty="0"/>
              <a:t>Class</a:t>
            </a:r>
          </a:p>
          <a:p>
            <a:pPr>
              <a:buFont typeface="+mj-lt"/>
              <a:buAutoNum type="arabicPeriod"/>
            </a:pPr>
            <a:r>
              <a:rPr lang="en-IN" dirty="0"/>
              <a:t>Object</a:t>
            </a:r>
          </a:p>
          <a:p>
            <a:pPr>
              <a:buFont typeface="+mj-lt"/>
              <a:buAutoNum type="arabicPeriod"/>
            </a:pPr>
            <a:r>
              <a:rPr lang="en-IN" dirty="0"/>
              <a:t>Encapsulation</a:t>
            </a:r>
          </a:p>
          <a:p>
            <a:pPr>
              <a:buFont typeface="+mj-lt"/>
              <a:buAutoNum type="arabicPeriod"/>
            </a:pPr>
            <a:r>
              <a:rPr lang="en-IN" dirty="0"/>
              <a:t>Abstraction</a:t>
            </a:r>
          </a:p>
          <a:p>
            <a:pPr>
              <a:buFont typeface="+mj-lt"/>
              <a:buAutoNum type="arabicPeriod"/>
            </a:pPr>
            <a:r>
              <a:rPr lang="en-IN" dirty="0"/>
              <a:t>Inheritance</a:t>
            </a:r>
          </a:p>
          <a:p>
            <a:pPr>
              <a:buFont typeface="+mj-lt"/>
              <a:buAutoNum type="arabicPeriod"/>
            </a:pPr>
            <a:r>
              <a:rPr lang="en-IN" dirty="0"/>
              <a:t>Polymorphism</a:t>
            </a:r>
          </a:p>
          <a:p>
            <a:endParaRPr lang="en-IN" dirty="0"/>
          </a:p>
        </p:txBody>
      </p:sp>
    </p:spTree>
    <p:extLst>
      <p:ext uri="{BB962C8B-B14F-4D97-AF65-F5344CB8AC3E}">
        <p14:creationId xmlns:p14="http://schemas.microsoft.com/office/powerpoint/2010/main" val="34901503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29D81-1075-9813-56A1-08E6C56C2725}"/>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11BA11A8-E3F8-A478-DCF1-78D6F527ECC2}"/>
              </a:ext>
            </a:extLst>
          </p:cNvPr>
          <p:cNvSpPr>
            <a:spLocks noGrp="1"/>
          </p:cNvSpPr>
          <p:nvPr>
            <p:ph type="body" idx="1"/>
          </p:nvPr>
        </p:nvSpPr>
        <p:spPr/>
        <p:txBody>
          <a:bodyPr/>
          <a:lstStyle/>
          <a:p>
            <a:pPr marL="114300" indent="0">
              <a:buNone/>
            </a:pPr>
            <a:r>
              <a:rPr lang="en-IN" b="1" dirty="0"/>
              <a:t>Class</a:t>
            </a:r>
          </a:p>
          <a:p>
            <a:r>
              <a:rPr lang="en-GB" dirty="0"/>
              <a:t>A </a:t>
            </a:r>
            <a:r>
              <a:rPr lang="en-GB" b="1" dirty="0"/>
              <a:t>class</a:t>
            </a:r>
            <a:r>
              <a:rPr lang="en-GB" dirty="0"/>
              <a:t> is a user-defined data type that serves as a blueprint for creating objects. </a:t>
            </a:r>
          </a:p>
          <a:p>
            <a:r>
              <a:rPr lang="en-GB" dirty="0"/>
              <a:t>It encapsulates </a:t>
            </a:r>
            <a:r>
              <a:rPr lang="en-GB" b="1" dirty="0"/>
              <a:t>data members (variables)</a:t>
            </a:r>
            <a:r>
              <a:rPr lang="en-GB" dirty="0"/>
              <a:t> and </a:t>
            </a:r>
            <a:r>
              <a:rPr lang="en-GB" b="1" dirty="0"/>
              <a:t>member functions (methods)</a:t>
            </a:r>
            <a:r>
              <a:rPr lang="en-GB" dirty="0"/>
              <a:t> that operate on the data.</a:t>
            </a:r>
          </a:p>
          <a:p>
            <a:r>
              <a:rPr lang="en-GB" dirty="0"/>
              <a:t>Vehicles ,Fruits etc are examples of class</a:t>
            </a:r>
          </a:p>
          <a:p>
            <a:endParaRPr lang="en-IN" dirty="0"/>
          </a:p>
        </p:txBody>
      </p:sp>
    </p:spTree>
    <p:extLst>
      <p:ext uri="{BB962C8B-B14F-4D97-AF65-F5344CB8AC3E}">
        <p14:creationId xmlns:p14="http://schemas.microsoft.com/office/powerpoint/2010/main" val="3904996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48863-4F1B-CCC6-1B2C-402158159CA2}"/>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4BE9D224-E919-223E-76E1-4E87A77B46B7}"/>
              </a:ext>
            </a:extLst>
          </p:cNvPr>
          <p:cNvSpPr>
            <a:spLocks noGrp="1"/>
          </p:cNvSpPr>
          <p:nvPr>
            <p:ph type="body" idx="1"/>
          </p:nvPr>
        </p:nvSpPr>
        <p:spPr/>
        <p:txBody>
          <a:bodyPr/>
          <a:lstStyle/>
          <a:p>
            <a:pPr marL="114300" indent="0">
              <a:buNone/>
            </a:pPr>
            <a:r>
              <a:rPr lang="en-IN" b="1" dirty="0"/>
              <a:t>Object</a:t>
            </a:r>
          </a:p>
          <a:p>
            <a:r>
              <a:rPr lang="en-GB" dirty="0"/>
              <a:t> An </a:t>
            </a:r>
            <a:r>
              <a:rPr lang="en-GB" b="1" dirty="0"/>
              <a:t>object</a:t>
            </a:r>
            <a:r>
              <a:rPr lang="en-GB" dirty="0"/>
              <a:t> is an instance of a class.</a:t>
            </a:r>
          </a:p>
          <a:p>
            <a:r>
              <a:rPr lang="en-GB" dirty="0"/>
              <a:t> It represents a real-world entity with properties (data members) and </a:t>
            </a:r>
            <a:r>
              <a:rPr lang="en-GB" dirty="0" err="1"/>
              <a:t>behaviors</a:t>
            </a:r>
            <a:r>
              <a:rPr lang="en-GB" dirty="0"/>
              <a:t> (member functions).</a:t>
            </a:r>
          </a:p>
          <a:p>
            <a:r>
              <a:rPr lang="en-GB" dirty="0"/>
              <a:t>Mango is an object of the class Fruits</a:t>
            </a:r>
          </a:p>
          <a:p>
            <a:r>
              <a:rPr lang="en-GB" dirty="0"/>
              <a:t>Car is an object of the class Vehicles</a:t>
            </a:r>
            <a:endParaRPr lang="en-IN" dirty="0"/>
          </a:p>
          <a:p>
            <a:endParaRPr lang="en-GB" dirty="0"/>
          </a:p>
          <a:p>
            <a:pPr marL="114300" indent="0">
              <a:buNone/>
            </a:pPr>
            <a:endParaRPr lang="en-IN" b="1" dirty="0"/>
          </a:p>
        </p:txBody>
      </p:sp>
    </p:spTree>
    <p:extLst>
      <p:ext uri="{BB962C8B-B14F-4D97-AF65-F5344CB8AC3E}">
        <p14:creationId xmlns:p14="http://schemas.microsoft.com/office/powerpoint/2010/main" val="7112531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85C87-64C8-E5E9-ADFD-1DF38F9916BE}"/>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C9B7602C-AEDC-8E5D-9272-71587798437C}"/>
              </a:ext>
            </a:extLst>
          </p:cNvPr>
          <p:cNvSpPr>
            <a:spLocks noGrp="1"/>
          </p:cNvSpPr>
          <p:nvPr>
            <p:ph type="body" idx="1"/>
          </p:nvPr>
        </p:nvSpPr>
        <p:spPr/>
        <p:txBody>
          <a:bodyPr>
            <a:normAutofit/>
          </a:bodyPr>
          <a:lstStyle/>
          <a:p>
            <a:pPr marL="114300" indent="0">
              <a:buNone/>
            </a:pPr>
            <a:r>
              <a:rPr lang="en-GB" b="1" dirty="0"/>
              <a:t>Encapsulation:</a:t>
            </a:r>
          </a:p>
          <a:p>
            <a:r>
              <a:rPr lang="en-GB" dirty="0"/>
              <a:t>Hiding the implementation details and showing only the necessary functionality.</a:t>
            </a:r>
          </a:p>
        </p:txBody>
      </p:sp>
    </p:spTree>
    <p:extLst>
      <p:ext uri="{BB962C8B-B14F-4D97-AF65-F5344CB8AC3E}">
        <p14:creationId xmlns:p14="http://schemas.microsoft.com/office/powerpoint/2010/main" val="24145427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125D1-8585-0EA8-2C30-90A8017D275F}"/>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91A3EFCB-8CE2-F1AD-303F-26529BCF2787}"/>
              </a:ext>
            </a:extLst>
          </p:cNvPr>
          <p:cNvSpPr>
            <a:spLocks noGrp="1"/>
          </p:cNvSpPr>
          <p:nvPr>
            <p:ph type="body" idx="1"/>
          </p:nvPr>
        </p:nvSpPr>
        <p:spPr/>
        <p:txBody>
          <a:bodyPr/>
          <a:lstStyle/>
          <a:p>
            <a:pPr>
              <a:buNone/>
            </a:pPr>
            <a:r>
              <a:rPr lang="en-GB" b="1" dirty="0"/>
              <a:t>Abstraction</a:t>
            </a:r>
          </a:p>
          <a:p>
            <a:pPr>
              <a:buFont typeface="Arial" panose="020B0604020202020204" pitchFamily="34" charset="0"/>
              <a:buChar char="•"/>
            </a:pPr>
            <a:r>
              <a:rPr lang="en-GB" dirty="0"/>
              <a:t>Hiding implementation details and showing only the necessary parts.</a:t>
            </a:r>
          </a:p>
          <a:p>
            <a:endParaRPr lang="en-IN" dirty="0"/>
          </a:p>
        </p:txBody>
      </p:sp>
    </p:spTree>
    <p:extLst>
      <p:ext uri="{BB962C8B-B14F-4D97-AF65-F5344CB8AC3E}">
        <p14:creationId xmlns:p14="http://schemas.microsoft.com/office/powerpoint/2010/main" val="10579930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26046-E0E5-EADA-0C7A-3515F4D53A39}"/>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97B45B46-212F-CCB8-DBE7-E9703305C5D8}"/>
              </a:ext>
            </a:extLst>
          </p:cNvPr>
          <p:cNvSpPr>
            <a:spLocks noGrp="1"/>
          </p:cNvSpPr>
          <p:nvPr>
            <p:ph type="body" idx="1"/>
          </p:nvPr>
        </p:nvSpPr>
        <p:spPr/>
        <p:txBody>
          <a:bodyPr/>
          <a:lstStyle/>
          <a:p>
            <a:pPr>
              <a:buNone/>
            </a:pPr>
            <a:r>
              <a:rPr lang="en-GB" b="1" dirty="0"/>
              <a:t>Inheritance</a:t>
            </a:r>
          </a:p>
          <a:p>
            <a:r>
              <a:rPr lang="en-GB" dirty="0"/>
              <a:t>Mechanism to acquire properties of another class.</a:t>
            </a:r>
          </a:p>
          <a:p>
            <a:r>
              <a:rPr lang="en-GB" b="1" dirty="0"/>
              <a:t>Types:</a:t>
            </a:r>
            <a:r>
              <a:rPr lang="en-GB" dirty="0"/>
              <a:t> Single, Multiple, Multilevel, Hierarchical, Hybrid.</a:t>
            </a:r>
          </a:p>
          <a:p>
            <a:endParaRPr lang="en-IN" dirty="0"/>
          </a:p>
        </p:txBody>
      </p:sp>
    </p:spTree>
    <p:extLst>
      <p:ext uri="{BB962C8B-B14F-4D97-AF65-F5344CB8AC3E}">
        <p14:creationId xmlns:p14="http://schemas.microsoft.com/office/powerpoint/2010/main" val="27205518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4E6F1-FD62-56C1-6702-EB03A072CBFE}"/>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464EF468-D931-3601-6AA4-A2E2A7F68CFD}"/>
              </a:ext>
            </a:extLst>
          </p:cNvPr>
          <p:cNvSpPr>
            <a:spLocks noGrp="1"/>
          </p:cNvSpPr>
          <p:nvPr>
            <p:ph type="body" idx="1"/>
          </p:nvPr>
        </p:nvSpPr>
        <p:spPr/>
        <p:txBody>
          <a:bodyPr/>
          <a:lstStyle/>
          <a:p>
            <a:pPr>
              <a:buNone/>
            </a:pPr>
            <a:r>
              <a:rPr lang="en-GB" b="1" dirty="0"/>
              <a:t>Polymorphism</a:t>
            </a:r>
          </a:p>
          <a:p>
            <a:r>
              <a:rPr lang="en-GB" dirty="0"/>
              <a:t>Ability of a function or object to take many forms.</a:t>
            </a:r>
          </a:p>
          <a:p>
            <a:r>
              <a:rPr lang="en-GB" b="1" dirty="0"/>
              <a:t>Types</a:t>
            </a:r>
            <a:r>
              <a:rPr lang="en-GB" dirty="0"/>
              <a:t>: Compile-time (Function Overloading, Operator Overloading) and Runtime (Method Overriding).</a:t>
            </a:r>
          </a:p>
          <a:p>
            <a:endParaRPr lang="en-IN" dirty="0"/>
          </a:p>
        </p:txBody>
      </p:sp>
    </p:spTree>
    <p:extLst>
      <p:ext uri="{BB962C8B-B14F-4D97-AF65-F5344CB8AC3E}">
        <p14:creationId xmlns:p14="http://schemas.microsoft.com/office/powerpoint/2010/main" val="3633016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AD024-57A5-F69A-00D9-B5A5D40CCD1F}"/>
              </a:ext>
            </a:extLst>
          </p:cNvPr>
          <p:cNvSpPr>
            <a:spLocks noGrp="1"/>
          </p:cNvSpPr>
          <p:nvPr>
            <p:ph type="title"/>
          </p:nvPr>
        </p:nvSpPr>
        <p:spPr/>
        <p:txBody>
          <a:bodyPr>
            <a:normAutofit fontScale="90000"/>
          </a:bodyPr>
          <a:lstStyle/>
          <a:p>
            <a:r>
              <a:rPr lang="en-IN" dirty="0"/>
              <a:t>Difference between Procedural Oriented and Object Oriented Programming Languages</a:t>
            </a:r>
          </a:p>
        </p:txBody>
      </p:sp>
      <p:sp>
        <p:nvSpPr>
          <p:cNvPr id="3" name="Text Placeholder 2">
            <a:extLst>
              <a:ext uri="{FF2B5EF4-FFF2-40B4-BE49-F238E27FC236}">
                <a16:creationId xmlns:a16="http://schemas.microsoft.com/office/drawing/2014/main" id="{3CBF870C-077C-4B6F-D604-4ED2A14C484B}"/>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7858DFD7-6F23-E1DC-E659-DD5C4CE9B833}"/>
              </a:ext>
            </a:extLst>
          </p:cNvPr>
          <p:cNvPicPr>
            <a:picLocks noChangeAspect="1"/>
          </p:cNvPicPr>
          <p:nvPr/>
        </p:nvPicPr>
        <p:blipFill>
          <a:blip r:embed="rId2"/>
          <a:stretch>
            <a:fillRect/>
          </a:stretch>
        </p:blipFill>
        <p:spPr>
          <a:xfrm>
            <a:off x="2533341" y="2296886"/>
            <a:ext cx="7125317" cy="3189692"/>
          </a:xfrm>
          <a:prstGeom prst="rect">
            <a:avLst/>
          </a:prstGeom>
        </p:spPr>
      </p:pic>
    </p:spTree>
    <p:extLst>
      <p:ext uri="{BB962C8B-B14F-4D97-AF65-F5344CB8AC3E}">
        <p14:creationId xmlns:p14="http://schemas.microsoft.com/office/powerpoint/2010/main" val="58806404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2633</Words>
  <Application>Microsoft Office PowerPoint</Application>
  <PresentationFormat>Widescreen</PresentationFormat>
  <Paragraphs>190</Paragraphs>
  <Slides>56</Slides>
  <Notes>43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Arial</vt:lpstr>
      <vt:lpstr>Verdana</vt:lpstr>
      <vt:lpstr>Play</vt:lpstr>
      <vt:lpstr>Aptos</vt:lpstr>
      <vt:lpstr>Courier New</vt:lpstr>
      <vt:lpstr>Office Theme</vt:lpstr>
      <vt:lpstr>Inheritance</vt:lpstr>
      <vt:lpstr>Advantages of Inheritance</vt:lpstr>
      <vt:lpstr>PowerPoint Presentation</vt:lpstr>
      <vt:lpstr>Disadvantages of Inheritance</vt:lpstr>
      <vt:lpstr>Defining a Derived Class</vt:lpstr>
      <vt:lpstr>PowerPoint Presentation</vt:lpstr>
      <vt:lpstr>In C++, access specifiers control the visibility of class members (variables and functions) in different scopes.</vt:lpstr>
      <vt:lpstr>Accessing Base Class Members</vt:lpstr>
      <vt:lpstr>PowerPoint Presentation</vt:lpstr>
      <vt:lpstr>PowerPoint Presentation</vt:lpstr>
      <vt:lpstr>PowerPoint Presentation</vt:lpstr>
      <vt:lpstr>PowerPoint Presentation</vt:lpstr>
      <vt:lpstr>Types of Inheritance</vt:lpstr>
      <vt:lpstr>Single Inheritance </vt:lpstr>
      <vt:lpstr>PowerPoint Presentation</vt:lpstr>
      <vt:lpstr>PowerPoint Presentation</vt:lpstr>
      <vt:lpstr>PowerPoint Presentation</vt:lpstr>
      <vt:lpstr>Multiple Inheritance </vt:lpstr>
      <vt:lpstr>PowerPoint Presentation</vt:lpstr>
      <vt:lpstr>PowerPoint Presentation</vt:lpstr>
      <vt:lpstr>Hierarchical Inheritance</vt:lpstr>
      <vt:lpstr>Multilevel Inheritance </vt:lpstr>
      <vt:lpstr>PowerPoint Presentation</vt:lpstr>
      <vt:lpstr>Hybrid Inheritance</vt:lpstr>
      <vt:lpstr>PowerPoint Presentation</vt:lpstr>
      <vt:lpstr>Multipath Inheritance </vt:lpstr>
      <vt:lpstr>PowerPoint Presentation</vt:lpstr>
      <vt:lpstr>VIRTUAL BASE CLASSES </vt:lpstr>
      <vt:lpstr>Polymorphism</vt:lpstr>
      <vt:lpstr>PowerPoint Presentation</vt:lpstr>
      <vt:lpstr>Function Overloading</vt:lpstr>
      <vt:lpstr>PowerPoint Presentation</vt:lpstr>
      <vt:lpstr>Operator Overloading</vt:lpstr>
      <vt:lpstr>PowerPoint Presentation</vt:lpstr>
      <vt:lpstr>PowerPoint Presentation</vt:lpstr>
      <vt:lpstr>PowerPoint Presentation</vt:lpstr>
      <vt:lpstr>PowerPoint Presentation</vt:lpstr>
      <vt:lpstr>PowerPoint Presentation</vt:lpstr>
      <vt:lpstr>PowerPoint Presentation</vt:lpstr>
      <vt:lpstr>VIRTUAL FUNCTIONS </vt:lpstr>
      <vt:lpstr>PowerPoint Presentation</vt:lpstr>
      <vt:lpstr>ABSTRACT CLASSES </vt:lpstr>
      <vt:lpstr>PURE VIRTUAL FUNCTIONS</vt:lpstr>
      <vt:lpstr>PowerPoint Presentation</vt:lpstr>
      <vt:lpstr>Exception Handling</vt:lpstr>
      <vt:lpstr>PowerPoint Presentation</vt:lpstr>
      <vt:lpstr>PowerPoint Presentation</vt:lpstr>
      <vt:lpstr>Inline Function </vt:lpstr>
      <vt:lpstr>OOP Concepts</vt:lpstr>
      <vt:lpstr>PowerPoint Presentation</vt:lpstr>
      <vt:lpstr>PowerPoint Presentation</vt:lpstr>
      <vt:lpstr>PowerPoint Presentation</vt:lpstr>
      <vt:lpstr>PowerPoint Presentation</vt:lpstr>
      <vt:lpstr>PowerPoint Presentation</vt:lpstr>
      <vt:lpstr>PowerPoint Presentation</vt:lpstr>
      <vt:lpstr>Difference between Procedural Oriented and Object Oriented Programming Languages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NIMISHA ANN JOSE</dc:creator>
  <cp:lastModifiedBy>NIMISHA ANN JOSE</cp:lastModifiedBy>
  <cp:revision>1</cp:revision>
  <dcterms:created xsi:type="dcterms:W3CDTF">2025-03-24T18:17:16Z</dcterms:created>
  <dcterms:modified xsi:type="dcterms:W3CDTF">2025-04-03T12:11:00Z</dcterms:modified>
</cp:coreProperties>
</file>