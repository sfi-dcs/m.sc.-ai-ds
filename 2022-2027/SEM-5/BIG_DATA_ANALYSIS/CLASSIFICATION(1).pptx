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62" r:id="rId5"/>
    <p:sldId id="259" r:id="rId6"/>
    <p:sldId id="260" r:id="rId7"/>
    <p:sldId id="273" r:id="rId8"/>
    <p:sldId id="275" r:id="rId9"/>
    <p:sldId id="277" r:id="rId10"/>
    <p:sldId id="278" r:id="rId11"/>
    <p:sldId id="280" r:id="rId12"/>
    <p:sldId id="281" r:id="rId13"/>
    <p:sldId id="283" r:id="rId14"/>
    <p:sldId id="282" r:id="rId15"/>
    <p:sldId id="264" r:id="rId16"/>
    <p:sldId id="284" r:id="rId17"/>
    <p:sldId id="265" r:id="rId18"/>
    <p:sldId id="285" r:id="rId19"/>
    <p:sldId id="266" r:id="rId20"/>
    <p:sldId id="269" r:id="rId21"/>
    <p:sldId id="267" r:id="rId22"/>
    <p:sldId id="287" r:id="rId23"/>
    <p:sldId id="288" r:id="rId24"/>
    <p:sldId id="289" r:id="rId25"/>
    <p:sldId id="291" r:id="rId26"/>
    <p:sldId id="29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C5D7-73D0-E767-92AA-7126BDA9F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ADF20-08E8-90F5-17D5-3F5BF6EA4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5BB3A-F93F-7864-472F-044A470A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6563D-83F4-DEF4-C268-B0CE20C1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4FF9E-0B76-F827-916B-69011D5B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83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F806-990D-EFB7-5875-9D7E85F7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E7256-D4D7-D506-EBDF-BFCFFF2E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99A5D-C920-66FE-C4D0-26DDDA50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0BE0C-06DF-1D3B-F556-25ED8636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69754-1A22-AE96-CD8E-90D1F9A7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84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86B3-A6B0-8266-274F-D2C3FEDB2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F2CFF-A977-6000-6651-52200A43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67BA7-8C1A-6A8B-09E2-8FA6E26A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0838F-4014-4F73-57C1-68811CF2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89ECA-15AC-146B-572E-AECC4936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01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7617-8BE3-5696-C909-DC7CE276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40907-7BAD-F3CA-DD23-9BB3C80FC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1648E-F154-669D-16D8-D8F77BFF9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9368B-78AD-24AA-E034-CB09BEFC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01E03-C4B0-5687-4735-BF4041E6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69D3A-0D2A-3EC1-EC7C-BE7E2589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15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F181-5BDD-904D-9A9A-249DBEBD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EBD5E-361C-B7CA-E160-3F8C89A5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65A33-9F7A-B1D7-E6A9-5176ED90C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99372-5ABA-490B-49D8-6CB8280A8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06956-3867-FF1F-B4B6-6885146D3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1E7FA-6EF7-F4E3-F403-E3EC908B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9CF81-1903-C66F-6DA2-40BAB6D8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D2045-BF3D-BD98-6A02-6ADE6375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6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91A8-E364-1894-5784-A61C56FA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730B23-EC07-B8D8-FDBE-B7BC7E53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8B9E9-A6EC-3435-CF8E-CF8E32EB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5A741-2302-9984-B221-EE9A7829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5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49994-99D1-ADFD-76A7-D5C9343A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2254C-403C-FA11-C43C-913410F6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0A6F9-4051-8F5C-6741-B5718DE4A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98DE-CD27-DEB1-F869-799D2DB1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AA49-38CE-733F-C5AD-5C849451B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D8A02-832D-6931-DED9-C72D8F66C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C770E-FE5D-A7CA-3F44-383DE55F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0E52F-2BAA-F40C-F5A6-39FC31DC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DCFD6-875C-B4FB-7FF0-D59C4750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5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AA47-A6E4-1720-9F05-667A74C3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C0287-7896-88F8-233E-A2B7CD926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27149-1AD1-AD64-C58D-1BB91C462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501F1-F483-C122-0168-49962BB3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8DACE-E4AD-2B5D-6C1C-44A31ADE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58785-D530-8508-A9C9-CE290874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5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6E9E-0F62-B4F7-6B0B-4D178C72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6DF6B-37BA-B27C-40B7-D53E0377B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C21D1-4A4E-705A-9EFF-BFDBA233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9B86-A4F5-B9BA-523C-35F0C510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B8C84-EF13-0A56-11C3-A6037A61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17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07E54-7975-CE80-46E2-4815F62B5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385DF-EF24-28DC-A6DD-220C34F88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41F75-84B9-80A8-81CB-3E47F699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6F893-E721-67CB-423E-B680F676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5CD1E-C136-0B95-6C87-32022C4E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86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1F773-8D82-2529-8024-6AA4BCBD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94E8C-EECE-095B-C3BA-36F9533F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2DFD5-5F53-5A7F-D97E-44C375785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CB04C-019C-4A99-899A-0FB0DFD7B85D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13FE1-55E5-6F94-8854-7AAE188C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06164-7579-4EFF-E2B0-61395197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0F9D2-06AA-4E18-BFC9-B0C758A67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26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D049-3856-35B0-1DB3-FE908930D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MEASURING PERFORMANCE IN CLASSIFICATION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79B07-E8FC-337E-BD8F-041A608F2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203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FE2339-AC05-3867-2943-C9DC2D71B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319" y="257782"/>
            <a:ext cx="11155256" cy="20947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10322-B908-29AC-155A-EEC9E1BF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01" y="2480464"/>
            <a:ext cx="10760815" cy="1514686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AAE16E0-37F2-BAE9-E8E8-3A5B4225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812" y="4328395"/>
            <a:ext cx="7606144" cy="237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6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F21FE2-95FE-77DC-4817-35EB9498F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567" y="365125"/>
            <a:ext cx="8868603" cy="5811838"/>
          </a:xfrm>
        </p:spPr>
      </p:pic>
    </p:spTree>
    <p:extLst>
      <p:ext uri="{BB962C8B-B14F-4D97-AF65-F5344CB8AC3E}">
        <p14:creationId xmlns:p14="http://schemas.microsoft.com/office/powerpoint/2010/main" val="146660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5846F7E-42A4-2D4B-06C6-94D0CB839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711" y="95596"/>
            <a:ext cx="9742383" cy="1974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9B27A-76FD-798D-0F92-F5005249F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11" y="2327564"/>
            <a:ext cx="11069516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1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A0E9E-186A-7EE7-7444-760CDA463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120" y="315913"/>
            <a:ext cx="10211459" cy="5861050"/>
          </a:xfrm>
        </p:spPr>
      </p:pic>
    </p:spTree>
    <p:extLst>
      <p:ext uri="{BB962C8B-B14F-4D97-AF65-F5344CB8AC3E}">
        <p14:creationId xmlns:p14="http://schemas.microsoft.com/office/powerpoint/2010/main" val="377501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2380D-89A5-18B1-1B0C-850830211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863" y="456027"/>
            <a:ext cx="9402487" cy="5439534"/>
          </a:xfrm>
        </p:spPr>
      </p:pic>
    </p:spTree>
    <p:extLst>
      <p:ext uri="{BB962C8B-B14F-4D97-AF65-F5344CB8AC3E}">
        <p14:creationId xmlns:p14="http://schemas.microsoft.com/office/powerpoint/2010/main" val="304861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8D4FD4-F1D5-B0DF-AB24-3D35C204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961" y="478424"/>
            <a:ext cx="10246846" cy="18325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0E1B4-BF07-242E-F628-9C3EE7A9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12" y="2502132"/>
            <a:ext cx="11372760" cy="39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4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C46A63-A279-AB42-31FC-41D7EB009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765" y="237747"/>
            <a:ext cx="11286470" cy="4172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2AEDC0-5BD6-B288-1B4E-A83904A4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42" y="4410279"/>
            <a:ext cx="10341033" cy="23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65C5-955C-4A8C-D9C1-6E347B0E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8450F-C1C8-0583-5B0F-DEEC5406F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076" y="1929317"/>
            <a:ext cx="11330248" cy="4143953"/>
          </a:xfrm>
        </p:spPr>
      </p:pic>
    </p:spTree>
    <p:extLst>
      <p:ext uri="{BB962C8B-B14F-4D97-AF65-F5344CB8AC3E}">
        <p14:creationId xmlns:p14="http://schemas.microsoft.com/office/powerpoint/2010/main" val="406789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3230D7-7576-5125-C7AC-17433C891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516" y="600502"/>
            <a:ext cx="11014364" cy="5258534"/>
          </a:xfrm>
        </p:spPr>
      </p:pic>
    </p:spTree>
    <p:extLst>
      <p:ext uri="{BB962C8B-B14F-4D97-AF65-F5344CB8AC3E}">
        <p14:creationId xmlns:p14="http://schemas.microsoft.com/office/powerpoint/2010/main" val="92168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A7C1-935D-E240-0B30-965C836F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87D2D-5882-A5E2-5883-C8BFC6F16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18003"/>
            <a:ext cx="11353800" cy="132556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8D2CEE-3F15-47E2-79E2-494109124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71415"/>
            <a:ext cx="10981112" cy="362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8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18961-9521-4076-A4BC-FD4BB3BB0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177" y="818242"/>
            <a:ext cx="9821646" cy="3961577"/>
          </a:xfrm>
        </p:spPr>
      </p:pic>
    </p:spTree>
    <p:extLst>
      <p:ext uri="{BB962C8B-B14F-4D97-AF65-F5344CB8AC3E}">
        <p14:creationId xmlns:p14="http://schemas.microsoft.com/office/powerpoint/2010/main" val="182249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FF72B9-8159-06E7-6B91-E674807B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390" y="793413"/>
            <a:ext cx="11139054" cy="5308129"/>
          </a:xfrm>
        </p:spPr>
      </p:pic>
    </p:spTree>
    <p:extLst>
      <p:ext uri="{BB962C8B-B14F-4D97-AF65-F5344CB8AC3E}">
        <p14:creationId xmlns:p14="http://schemas.microsoft.com/office/powerpoint/2010/main" val="136345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D55D-B2A6-785F-7284-85F74043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F1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F409CD-8912-51FC-F1D3-629ACC784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046" y="1690688"/>
            <a:ext cx="10323579" cy="2762636"/>
          </a:xfrm>
        </p:spPr>
      </p:pic>
    </p:spTree>
    <p:extLst>
      <p:ext uri="{BB962C8B-B14F-4D97-AF65-F5344CB8AC3E}">
        <p14:creationId xmlns:p14="http://schemas.microsoft.com/office/powerpoint/2010/main" val="395986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B398E-EBF7-7B72-B02D-519609EA7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214" y="382588"/>
            <a:ext cx="10611171" cy="5794375"/>
          </a:xfrm>
        </p:spPr>
      </p:pic>
    </p:spTree>
    <p:extLst>
      <p:ext uri="{BB962C8B-B14F-4D97-AF65-F5344CB8AC3E}">
        <p14:creationId xmlns:p14="http://schemas.microsoft.com/office/powerpoint/2010/main" val="45152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E00425-8E81-53BE-B424-D1DA5EFB4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319" y="481680"/>
            <a:ext cx="10633441" cy="3541680"/>
          </a:xfrm>
        </p:spPr>
      </p:pic>
    </p:spTree>
    <p:extLst>
      <p:ext uri="{BB962C8B-B14F-4D97-AF65-F5344CB8AC3E}">
        <p14:creationId xmlns:p14="http://schemas.microsoft.com/office/powerpoint/2010/main" val="1034470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5A5FE9-EBFC-D09A-B194-647D5D189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772" y="300038"/>
            <a:ext cx="8645393" cy="5876925"/>
          </a:xfrm>
        </p:spPr>
      </p:pic>
    </p:spTree>
    <p:extLst>
      <p:ext uri="{BB962C8B-B14F-4D97-AF65-F5344CB8AC3E}">
        <p14:creationId xmlns:p14="http://schemas.microsoft.com/office/powerpoint/2010/main" val="270034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63218-3871-A1D5-889B-DEDBAFE9C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005" y="246392"/>
            <a:ext cx="10699315" cy="27245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7405F5-9DEE-7D84-64FF-3893D4F7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38" y="3270958"/>
            <a:ext cx="10350981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21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E18F35-AFF8-C74D-C172-236D70A49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069" y="903307"/>
            <a:ext cx="10837862" cy="31323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BCEB6-C127-0DD6-CD63-5932F741E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636" y="4035636"/>
            <a:ext cx="5396331" cy="24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0AD68-98CF-83EF-8C6A-A16AB7148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588" y="965342"/>
            <a:ext cx="11530012" cy="5068603"/>
          </a:xfrm>
        </p:spPr>
      </p:pic>
    </p:spTree>
    <p:extLst>
      <p:ext uri="{BB962C8B-B14F-4D97-AF65-F5344CB8AC3E}">
        <p14:creationId xmlns:p14="http://schemas.microsoft.com/office/powerpoint/2010/main" val="405938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E969-B98E-1744-ABCA-060A6E938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42" y="340822"/>
            <a:ext cx="10738658" cy="583614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0A015-0C41-8AE9-0FF4-64699C76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390092"/>
            <a:ext cx="8383170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57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BF66-2C2B-6BE3-1837-0A9BA479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SENSITIVITY AND SPECIFICITY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7FAD9F-9900-9B9D-3494-92258E0B4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277" y="1866374"/>
            <a:ext cx="10935445" cy="2797066"/>
          </a:xfrm>
        </p:spPr>
      </p:pic>
    </p:spTree>
    <p:extLst>
      <p:ext uri="{BB962C8B-B14F-4D97-AF65-F5344CB8AC3E}">
        <p14:creationId xmlns:p14="http://schemas.microsoft.com/office/powerpoint/2010/main" val="2987838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7D1B85-C812-60D4-A718-BED326FB1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151" y="511078"/>
            <a:ext cx="11481144" cy="4925445"/>
          </a:xfrm>
        </p:spPr>
      </p:pic>
    </p:spTree>
    <p:extLst>
      <p:ext uri="{BB962C8B-B14F-4D97-AF65-F5344CB8AC3E}">
        <p14:creationId xmlns:p14="http://schemas.microsoft.com/office/powerpoint/2010/main" val="526397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E76AC1-B4AD-A112-50FC-A74ACDBB5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902" y="612804"/>
            <a:ext cx="10183646" cy="5214417"/>
          </a:xfrm>
        </p:spPr>
      </p:pic>
    </p:spTree>
    <p:extLst>
      <p:ext uri="{BB962C8B-B14F-4D97-AF65-F5344CB8AC3E}">
        <p14:creationId xmlns:p14="http://schemas.microsoft.com/office/powerpoint/2010/main" val="385402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9A51-3FEE-458E-BE31-2E21E3CC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POSITIVE PREDICTIVE VALUE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05DFA-D5D9-37D0-8A60-0A4952557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084" y="1333241"/>
            <a:ext cx="9754961" cy="17909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EAD9B8-C0A9-BFAF-C3B2-0E2309FEA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84" y="3124191"/>
            <a:ext cx="11197243" cy="365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62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117C-D20E-665A-4530-638CADB81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NEGATIVE PREDICTED VALUE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25358A-17A0-1038-97C4-FACF746C5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829" y="1599245"/>
            <a:ext cx="10593985" cy="14956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87F69E-AD88-292C-1DB6-477694EB9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16145"/>
            <a:ext cx="11015749" cy="32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0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18</Words>
  <Application>Microsoft Office PowerPoint</Application>
  <PresentationFormat>Widescreen</PresentationFormat>
  <Paragraphs>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MEASURING PERFORMANCE IN CLASSIFICATION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PRECISION</vt:lpstr>
      <vt:lpstr>PowerPoint Presentation</vt:lpstr>
      <vt:lpstr>RECALL</vt:lpstr>
      <vt:lpstr>PowerPoint Presentation</vt:lpstr>
      <vt:lpstr>PowerPoint Presentation</vt:lpstr>
      <vt:lpstr>F1 SCORE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SENSITIVITY AND SPECIFICITY</vt:lpstr>
      <vt:lpstr>PowerPoint Presentation</vt:lpstr>
      <vt:lpstr>PowerPoint Presentation</vt:lpstr>
      <vt:lpstr>POSITIVE PREDICTIVE VALUE</vt:lpstr>
      <vt:lpstr>NEGATIVE PREDICTED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8</cp:revision>
  <dcterms:created xsi:type="dcterms:W3CDTF">2024-10-14T07:35:36Z</dcterms:created>
  <dcterms:modified xsi:type="dcterms:W3CDTF">2024-10-16T05:12:15Z</dcterms:modified>
</cp:coreProperties>
</file>