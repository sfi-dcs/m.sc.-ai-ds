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815E5-B4A4-1D69-ABED-E2FBE9A46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2731C-063B-2F63-A49D-1CA24D75A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B0C0D-6B08-2436-8A00-E388750F3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C9564-B2C4-5A01-4D8A-8E593F568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3819D-4663-0DB4-3AED-79B721A2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640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C903-1EF1-7EE6-0464-B36C23F1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A07AF-614F-1EE6-2088-52CC4DE15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3351B-308D-5EA6-9113-950F58D5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D9882-1CDE-EF31-2A49-7F32E19AA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7ADEA-3E3A-7762-9297-D30256BED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32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D95B-A6B0-A73A-2329-F60936DA3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B0E0F-06CE-D4E7-7817-2CFDFA501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63598-4430-523C-C6EF-23151F42E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329E3-5DB5-B2F8-8E1F-9B2D5696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80016-8718-8F2C-A8EE-737B5ACC9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834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BEA33-FD1D-0E85-878D-3722275A6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938B3-5567-047F-1093-457F858E0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ABD86-E8FF-1FCB-362C-73C0B382F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47480-349B-DEC4-89C8-8E322A861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550F2-0367-C12C-C3E4-EDC64EC77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A11DE-552C-3774-C294-788A16C8A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714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8AC92-F0B1-91B8-1A01-5172275E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C407C-FD94-415D-17B6-53DEC1F85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B644C-F188-89B3-B2CD-EB03D9AB7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C011E8-FAAE-57A7-A11B-EB51C081D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CF64CB-2A2C-51EF-D1CB-E4E408FF0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A16F8F-E0B3-D136-B8CE-7A6E8C451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87D9EE-9E9D-AE80-9E47-7659F7EEA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30B330-E0C2-53EA-545F-8596D3A6D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29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D3A4-398E-25F2-5AFB-22E5E989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DF8CE3-F3D4-7B90-D202-AAD9EBA2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1F6D1D-DD04-A06E-1758-6F853DF7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A66F4-32F9-7D78-D15B-D173B3F6F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952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5363E9-AFC7-AB97-1A56-5269FE9C1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C090C-49AB-0B09-BDDC-4F819A072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60435-CB4C-29C2-6746-4B850C05E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169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EE5C-F75C-0DBC-835D-3A3953B79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9C6C0-1161-52BB-DE3A-2A3D6D9EA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844E93-5621-F28F-E8D9-71D10FC1F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456AC-5A4B-0176-D252-665783A0D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B65F2-D60C-F09E-509E-19057D577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65994-F1A7-CE50-7506-F485091AA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684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1CF08-C8A8-08DB-FEB6-7997F0400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643CC8-6AD6-6507-3A20-073DB36D3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258C0-12E0-0CA0-77B3-9B273F7F2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7DEAB-31EF-C86C-C266-7710D5B61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27840-25EE-E5F9-C9EE-D8ED81BF1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812DF-EB7D-7882-2426-DD2BBFC0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119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AB9DA-CF64-0543-8780-3FE75BA31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93B79-70AA-4D81-65C4-1C885BF6F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1545D-B582-59E3-3BB2-82FA8C0DD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71591-1514-590F-4939-1A02ADB18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C9F1E-9C06-DCE3-F183-5EB8C2442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850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948509-D0E1-DD7E-7277-F7414D2E2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913B65-24BE-7C90-6A20-A35E4071D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AEA35-2CD0-FF87-FC58-2EA5B5CF5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E86CD-9C28-4561-85F7-19B40C2220D1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FB682-C5C8-CC1B-0054-333CD6BA8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4AFBD-BBFB-A8B4-70CB-8693BCC3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04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70CEEC-D118-9C73-43C6-168932A0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FF7E1-0BA7-A1CB-4715-F7605C724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25D0E-F576-1273-FBE7-CDA92C23F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E86CD-9C28-4561-85F7-19B40C2220D1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C778B-CA93-35FC-FE01-7989E1A6C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C6DCC-B1B5-A0CE-46E5-5363E71F25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851B4-8E7C-49CB-AEB1-73C1D7D8A4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291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F653-42B6-0866-B63B-73286E808F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 PROBABILITIES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DF056-DD21-E674-6D72-8DE188213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186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E291F-5E30-FF48-C290-C7756445C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7" y="274320"/>
            <a:ext cx="10904913" cy="5902643"/>
          </a:xfrm>
        </p:spPr>
        <p:txBody>
          <a:bodyPr/>
          <a:lstStyle/>
          <a:p>
            <a:r>
              <a:rPr lang="en-US" dirty="0"/>
              <a:t>Class probabilities represent the </a:t>
            </a:r>
            <a:r>
              <a:rPr lang="en-US" b="1" dirty="0"/>
              <a:t>likelihood</a:t>
            </a:r>
            <a:r>
              <a:rPr lang="en-US" dirty="0"/>
              <a:t> that an instance belongs to each class. </a:t>
            </a:r>
          </a:p>
          <a:p>
            <a:r>
              <a:rPr lang="en-US" dirty="0"/>
              <a:t>Instead of directly giving a class label, the model outputs a </a:t>
            </a:r>
            <a:r>
              <a:rPr lang="en-US" b="1" dirty="0"/>
              <a:t>probability score</a:t>
            </a:r>
            <a:r>
              <a:rPr lang="en-US" dirty="0"/>
              <a:t> between 0 and 1 for each class.</a:t>
            </a:r>
          </a:p>
          <a:p>
            <a:r>
              <a:rPr lang="en-US" dirty="0"/>
              <a:t>These probabilities indicate the model's confidence in its predictions.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E4BFF0-2A41-861C-EEFD-3F6DD3593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04" y="2775286"/>
            <a:ext cx="11288684" cy="351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706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C5C2F1-72DA-F965-6C88-2C1CC0A9A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9701" y="683961"/>
            <a:ext cx="10421804" cy="5159885"/>
          </a:xfrm>
        </p:spPr>
      </p:pic>
    </p:spTree>
    <p:extLst>
      <p:ext uri="{BB962C8B-B14F-4D97-AF65-F5344CB8AC3E}">
        <p14:creationId xmlns:p14="http://schemas.microsoft.com/office/powerpoint/2010/main" val="1521371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5A84-7030-F050-76C3-6C25B1FE5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5513"/>
            <a:ext cx="10275916" cy="571145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E676F-6B1F-C5A8-C9F5-1BE1466EB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03" y="496337"/>
            <a:ext cx="10209413" cy="564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470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D2BCAD-F67B-626E-0555-EED585200F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6893" y="716412"/>
            <a:ext cx="9869277" cy="4934639"/>
          </a:xfrm>
        </p:spPr>
      </p:pic>
    </p:spTree>
    <p:extLst>
      <p:ext uri="{BB962C8B-B14F-4D97-AF65-F5344CB8AC3E}">
        <p14:creationId xmlns:p14="http://schemas.microsoft.com/office/powerpoint/2010/main" val="2771819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F8DE-6592-581B-97C5-CC1B7D63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1714A-1C34-ACBE-A1CE-37EB13011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018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</Words>
  <Application>Microsoft Office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CLASS PROBABILITIES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Anjaly Aneesh</dc:creator>
  <cp:lastModifiedBy>Anjaly Aneesh</cp:lastModifiedBy>
  <cp:revision>1</cp:revision>
  <dcterms:created xsi:type="dcterms:W3CDTF">2024-10-15T06:49:48Z</dcterms:created>
  <dcterms:modified xsi:type="dcterms:W3CDTF">2024-10-15T06:52:10Z</dcterms:modified>
</cp:coreProperties>
</file>