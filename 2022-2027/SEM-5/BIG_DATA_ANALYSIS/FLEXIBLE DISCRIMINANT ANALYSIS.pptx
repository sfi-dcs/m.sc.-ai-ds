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337B1-1C3B-9B93-BC41-AA14C08F6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D80E7-A94D-2818-0003-0A41E58B41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D1B39-F85F-CFB9-0102-BE9B683EF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C566-000E-477A-8793-EBBA513E2C8B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86276-87BD-EBF2-92C2-0A71EAE63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2B662-8227-35C6-FF7F-89E334DC1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AC9C5-B58B-4860-BEB4-759582523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225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FE9D2-070D-F5E5-58B5-CEA6A4958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F8FC4-C02B-B60D-2ECA-105DCFB7A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C9629-04C4-E857-0BEE-77AB2FFCD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C566-000E-477A-8793-EBBA513E2C8B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7CAF7-5E52-A2DE-79FC-82C5385FC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8AE6F-0955-8941-5E05-D94BC2976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AC9C5-B58B-4860-BEB4-759582523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345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4117-EB89-3C85-86BE-B16645F71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29CFE-5331-66AD-5902-426369AAB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ED74C-1ADB-CEF4-0597-7281F433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C566-000E-477A-8793-EBBA513E2C8B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B11A4-14D1-28DF-2436-592BB1D15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2A13A-FDA8-B7F2-8CB3-CF7D56F37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AC9C5-B58B-4860-BEB4-759582523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008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279D0-ED7A-D1F7-CA29-8A68560E3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A7B90-6DFD-5B9A-77E6-BCD177C863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15B52F-CA1B-F638-1C4B-488850C75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D0783-87FF-BD50-0249-092AE2F73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C566-000E-477A-8793-EBBA513E2C8B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3B573-C477-EBC1-31AB-6F6F17248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0ED493-1716-0677-1357-3302DD2DD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AC9C5-B58B-4860-BEB4-759582523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111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8973B-386E-B89B-2EF1-D77A11DEC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5BAD6-56E5-8B93-D954-282858781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24525-A1C9-DAFC-EFB7-55850565F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CF7BC-8655-5475-AB84-7DB3DC88B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A232D9-6A5F-3E5D-4151-2D1EDA6D9F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F5B84A-67B3-2E4B-0983-065BCFC1D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C566-000E-477A-8793-EBBA513E2C8B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454C05-C668-D036-6622-CBDA7822B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8A7C23-C1C8-7418-6A19-AA3F1C9E2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AC9C5-B58B-4860-BEB4-759582523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802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AA66B-8621-B35F-20F2-9F103A21A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800AB7-181F-13F9-DB2A-9C6DCA0C8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C566-000E-477A-8793-EBBA513E2C8B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8435F-34E2-A4E3-DF75-B707F607A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50BAD-F2BD-BBA4-4596-29BCA79E1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AC9C5-B58B-4860-BEB4-759582523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600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89C631-B794-2F0F-730B-22DC0BD6F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C566-000E-477A-8793-EBBA513E2C8B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D64007-8A05-264A-E116-A3476E81A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E31AB-66D4-731A-9FC1-165C011A4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AC9C5-B58B-4860-BEB4-759582523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862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FDEBE-CE13-9831-6AE9-F0EA2D5A6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95586-851D-CC28-94F0-CD5BDCD89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4998C5-64AC-695A-5CB0-EF5C7A3E6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7D07C-8A06-1E30-0152-6086FCB3D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C566-000E-477A-8793-EBBA513E2C8B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49323-C404-DE2E-0701-8F36D9E07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061D3-3179-9FD2-1F92-851338F81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AC9C5-B58B-4860-BEB4-759582523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343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3F518-5D78-DEB4-75AD-8865AC1FC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7C7DC3-F546-44E3-40B3-2FDE154B9D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552098-CF1E-19BE-B003-AC4D7C3BF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8C720-C414-4852-C5C5-B4775FD68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C566-000E-477A-8793-EBBA513E2C8B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6EA87-6A97-E962-1A4F-22D267FBE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03CAD-EE41-4816-4F0D-E81AC482D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AC9C5-B58B-4860-BEB4-759582523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272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D7933-C52E-B489-E597-CAAA0E3A6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89DDAB-3F71-16DD-A95C-2B702AB63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1F18B-4269-28C0-926F-003FD40F5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C566-000E-477A-8793-EBBA513E2C8B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59A5D-E076-B8A8-EE80-AE6A7638A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77E87-898C-4CBC-3C3E-85F4EE2BB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AC9C5-B58B-4860-BEB4-759582523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598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A6F70C-FD09-3C71-5030-3FC25B2740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F17D25-721D-25CB-89A6-CA30BE7C7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69EA7-39F2-FAA9-A4C1-682B44F44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C566-000E-477A-8793-EBBA513E2C8B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1FD04-FAFC-4F0E-FBD0-F2EE4E11F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C4A30-771C-F732-FF80-4795D6D85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AC9C5-B58B-4860-BEB4-759582523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467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CC36AB-5F4D-D6E0-F288-EDCF4AAA9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EA260-EBC6-8398-392F-B38620D3E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30528-A00C-C0A8-35E0-DD94C1BA40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0C566-000E-477A-8793-EBBA513E2C8B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BB286-E89D-85BE-80F6-D6CDC798B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3669F-EFD8-F2D9-C988-CBA60D0E26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AC9C5-B58B-4860-BEB4-759582523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533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A62B7-8383-C3C3-C3EE-4F353818A0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FLEXIBLE DISCRIMINANT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B2253-59A8-714C-C72C-9C91E669F5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606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C7F708-DE3C-4B89-49C3-CDF15BCD60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343" y="363573"/>
            <a:ext cx="10858657" cy="2674730"/>
          </a:xfrm>
        </p:spPr>
      </p:pic>
    </p:spTree>
    <p:extLst>
      <p:ext uri="{BB962C8B-B14F-4D97-AF65-F5344CB8AC3E}">
        <p14:creationId xmlns:p14="http://schemas.microsoft.com/office/powerpoint/2010/main" val="350590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B8761D-844D-32DB-AC83-9B31BE9244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2702" y="391883"/>
            <a:ext cx="11130969" cy="5817723"/>
          </a:xfrm>
        </p:spPr>
      </p:pic>
    </p:spTree>
    <p:extLst>
      <p:ext uri="{BB962C8B-B14F-4D97-AF65-F5344CB8AC3E}">
        <p14:creationId xmlns:p14="http://schemas.microsoft.com/office/powerpoint/2010/main" val="1640554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F81656-A1B9-C624-F601-A1528348CF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3940" y="702100"/>
            <a:ext cx="10802067" cy="5416067"/>
          </a:xfrm>
        </p:spPr>
      </p:pic>
    </p:spTree>
    <p:extLst>
      <p:ext uri="{BB962C8B-B14F-4D97-AF65-F5344CB8AC3E}">
        <p14:creationId xmlns:p14="http://schemas.microsoft.com/office/powerpoint/2010/main" val="1435105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288685-1C44-AC4F-6C9E-CC956CE41A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2809" y="515908"/>
            <a:ext cx="9726382" cy="5311313"/>
          </a:xfrm>
        </p:spPr>
      </p:pic>
    </p:spTree>
    <p:extLst>
      <p:ext uri="{BB962C8B-B14F-4D97-AF65-F5344CB8AC3E}">
        <p14:creationId xmlns:p14="http://schemas.microsoft.com/office/powerpoint/2010/main" val="2073391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F1C117-B78C-B580-0D6D-AA7119D17A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1670" y="494891"/>
            <a:ext cx="10951086" cy="4176862"/>
          </a:xfrm>
        </p:spPr>
      </p:pic>
    </p:spTree>
    <p:extLst>
      <p:ext uri="{BB962C8B-B14F-4D97-AF65-F5344CB8AC3E}">
        <p14:creationId xmlns:p14="http://schemas.microsoft.com/office/powerpoint/2010/main" val="144788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D97CB-FC5E-63B5-8CF0-055F407D8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DFC67-B69B-4BCD-926F-63E54202D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105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23A1F-ABAB-BDF6-F5B0-4B8C59983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BF525-B672-2DD2-8EAC-8F73E868F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877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E545C-0AD9-C884-D805-F2C664D84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07F9D-13CD-D452-8098-1DE677E58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179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FLEXIBLE DISCRIMINANT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Anjaly Aneesh</dc:creator>
  <cp:lastModifiedBy>Anjaly Aneesh</cp:lastModifiedBy>
  <cp:revision>1</cp:revision>
  <dcterms:created xsi:type="dcterms:W3CDTF">2024-10-14T10:10:11Z</dcterms:created>
  <dcterms:modified xsi:type="dcterms:W3CDTF">2024-10-14T10:10:45Z</dcterms:modified>
</cp:coreProperties>
</file>