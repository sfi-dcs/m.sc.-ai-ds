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67" r:id="rId4"/>
    <p:sldId id="257" r:id="rId5"/>
    <p:sldId id="264" r:id="rId6"/>
    <p:sldId id="258" r:id="rId7"/>
    <p:sldId id="265" r:id="rId8"/>
    <p:sldId id="259" r:id="rId9"/>
    <p:sldId id="260" r:id="rId10"/>
    <p:sldId id="268" r:id="rId11"/>
    <p:sldId id="269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61" r:id="rId23"/>
    <p:sldId id="262" r:id="rId24"/>
    <p:sldId id="263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Linear Discriminant Analysis (LDA)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Overview, Concepts, and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CF494AD-38EF-4A35-0271-1D8AF2C602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3288" y="320299"/>
            <a:ext cx="8123898" cy="5994400"/>
          </a:xfrm>
        </p:spPr>
      </p:pic>
    </p:spTree>
    <p:extLst>
      <p:ext uri="{BB962C8B-B14F-4D97-AF65-F5344CB8AC3E}">
        <p14:creationId xmlns:p14="http://schemas.microsoft.com/office/powerpoint/2010/main" val="114201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66AEA9-E3A0-7416-CAED-E48184273A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344" y="387178"/>
            <a:ext cx="8469312" cy="6323371"/>
          </a:xfrm>
        </p:spPr>
      </p:pic>
    </p:spTree>
    <p:extLst>
      <p:ext uri="{BB962C8B-B14F-4D97-AF65-F5344CB8AC3E}">
        <p14:creationId xmlns:p14="http://schemas.microsoft.com/office/powerpoint/2010/main" val="2686317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LDA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Discriminant Analysis (LDA) is a supervised classification technique that finds a linear combination of features to separate two or more classes.</a:t>
            </a:r>
          </a:p>
          <a:p>
            <a:r>
              <a:t>Used for dimensionality reduction, pattern recognition, and classification tasks.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BB2927-8249-68C7-6A1C-97C686DE77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775" y="565608"/>
            <a:ext cx="8328025" cy="5316718"/>
          </a:xfrm>
        </p:spPr>
      </p:pic>
    </p:spTree>
    <p:extLst>
      <p:ext uri="{BB962C8B-B14F-4D97-AF65-F5344CB8AC3E}">
        <p14:creationId xmlns:p14="http://schemas.microsoft.com/office/powerpoint/2010/main" val="3986728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 and Assumptions of LDA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Project data to a lower-dimensional space to maximize separation between classes.</a:t>
            </a:r>
          </a:p>
          <a:p>
            <a:r>
              <a:t>Assumptions:</a:t>
            </a:r>
          </a:p>
          <a:p>
            <a:r>
              <a:t>1. Data is normally distributed.</a:t>
            </a:r>
          </a:p>
          <a:p>
            <a:r>
              <a:t>2. Equal covariance for different classes.</a:t>
            </a:r>
          </a:p>
          <a:p>
            <a:r>
              <a:t>3. Classes are linearly separable.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04F9AC-02ED-8791-E62A-200B6BB7E5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786" y="416183"/>
            <a:ext cx="8229600" cy="2494101"/>
          </a:xfrm>
        </p:spPr>
      </p:pic>
    </p:spTree>
    <p:extLst>
      <p:ext uri="{BB962C8B-B14F-4D97-AF65-F5344CB8AC3E}">
        <p14:creationId xmlns:p14="http://schemas.microsoft.com/office/powerpoint/2010/main" val="2111508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LDA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LDA maximizes the ratio of between-class variance to within-class variance to find the best separating axes.</a:t>
            </a:r>
          </a:p>
          <a:p>
            <a:r>
              <a:t>Scatter Matrices:</a:t>
            </a:r>
          </a:p>
          <a:p>
            <a:r>
              <a:t>1. Between-class scatter matrix (S_B): Measures distance between class means.</a:t>
            </a:r>
          </a:p>
          <a:p>
            <a:r>
              <a:t>2. Within-class scatter matrix (S_W): Measures variance within each class.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Steps in LDA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Compute the mean vectors for each class.</a:t>
            </a:r>
          </a:p>
          <a:p>
            <a:r>
              <a:t>2. Compute within-class and between-class scatter matrices.</a:t>
            </a:r>
          </a:p>
          <a:p>
            <a:r>
              <a:t>3. Solve the eigenvalue problem for optimal discriminant directions.</a:t>
            </a:r>
          </a:p>
          <a:p>
            <a:r>
              <a:t>4. Project the data onto the new axes.</a:t>
            </a:r>
          </a:p>
          <a:p>
            <a:r>
              <a:t>5. Classify based on linear decision boundary.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EC9C09-536A-6142-559B-E8A023983F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9813" y="103512"/>
            <a:ext cx="8459787" cy="5614026"/>
          </a:xfrm>
        </p:spPr>
      </p:pic>
    </p:spTree>
    <p:extLst>
      <p:ext uri="{BB962C8B-B14F-4D97-AF65-F5344CB8AC3E}">
        <p14:creationId xmlns:p14="http://schemas.microsoft.com/office/powerpoint/2010/main" val="2655527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0BAC7E-028D-B1F3-1A9C-7F3444BB08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3060" y="603648"/>
            <a:ext cx="8469983" cy="4835617"/>
          </a:xfrm>
        </p:spPr>
      </p:pic>
    </p:spTree>
    <p:extLst>
      <p:ext uri="{BB962C8B-B14F-4D97-AF65-F5344CB8AC3E}">
        <p14:creationId xmlns:p14="http://schemas.microsoft.com/office/powerpoint/2010/main" val="4189938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F177EAE-C878-D644-918C-F84A88BB99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877643"/>
            <a:ext cx="8229600" cy="5230926"/>
          </a:xfrm>
        </p:spPr>
      </p:pic>
    </p:spTree>
    <p:extLst>
      <p:ext uri="{BB962C8B-B14F-4D97-AF65-F5344CB8AC3E}">
        <p14:creationId xmlns:p14="http://schemas.microsoft.com/office/powerpoint/2010/main" val="2471383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9CBE72F-349F-F8ED-264A-1438E8F15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804" y="358220"/>
            <a:ext cx="8403996" cy="606143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93DC7B-B75A-B1FB-A98B-A3F6C8713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02" y="358220"/>
            <a:ext cx="8403996" cy="484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950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568312-8F5F-79A5-EB1D-9F282D793A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1113" y="540528"/>
            <a:ext cx="8413750" cy="4776189"/>
          </a:xfrm>
        </p:spPr>
      </p:pic>
    </p:spTree>
    <p:extLst>
      <p:ext uri="{BB962C8B-B14F-4D97-AF65-F5344CB8AC3E}">
        <p14:creationId xmlns:p14="http://schemas.microsoft.com/office/powerpoint/2010/main" val="1492370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D170AA-B19F-92C1-B283-B4145B490D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3505" y="304202"/>
            <a:ext cx="8229600" cy="5766659"/>
          </a:xfrm>
        </p:spPr>
      </p:pic>
    </p:spTree>
    <p:extLst>
      <p:ext uri="{BB962C8B-B14F-4D97-AF65-F5344CB8AC3E}">
        <p14:creationId xmlns:p14="http://schemas.microsoft.com/office/powerpoint/2010/main" val="1566203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91E485-02FC-DADB-DC93-C75B53CDC8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652" y="522557"/>
            <a:ext cx="8328025" cy="5378622"/>
          </a:xfrm>
        </p:spPr>
      </p:pic>
    </p:spTree>
    <p:extLst>
      <p:ext uri="{BB962C8B-B14F-4D97-AF65-F5344CB8AC3E}">
        <p14:creationId xmlns:p14="http://schemas.microsoft.com/office/powerpoint/2010/main" val="4014729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DF3A75-E369-9208-1538-AAFA9C00B4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0571" y="326466"/>
            <a:ext cx="8497887" cy="5640701"/>
          </a:xfrm>
        </p:spPr>
      </p:pic>
    </p:spTree>
    <p:extLst>
      <p:ext uri="{BB962C8B-B14F-4D97-AF65-F5344CB8AC3E}">
        <p14:creationId xmlns:p14="http://schemas.microsoft.com/office/powerpoint/2010/main" val="24099523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77BBBD-3D3D-8365-AC5C-48FA431400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7983" y="510016"/>
            <a:ext cx="8318500" cy="4637018"/>
          </a:xfrm>
        </p:spPr>
      </p:pic>
    </p:spTree>
    <p:extLst>
      <p:ext uri="{BB962C8B-B14F-4D97-AF65-F5344CB8AC3E}">
        <p14:creationId xmlns:p14="http://schemas.microsoft.com/office/powerpoint/2010/main" val="23779997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D5DA88-0C4A-FE03-5AD3-C68366D3C9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5176" y="423472"/>
            <a:ext cx="8301037" cy="4761269"/>
          </a:xfrm>
        </p:spPr>
      </p:pic>
    </p:spTree>
    <p:extLst>
      <p:ext uri="{BB962C8B-B14F-4D97-AF65-F5344CB8AC3E}">
        <p14:creationId xmlns:p14="http://schemas.microsoft.com/office/powerpoint/2010/main" val="29447502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226667-8D5C-2CB5-2858-87ED4D52FC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451107"/>
            <a:ext cx="8229600" cy="5431219"/>
          </a:xfrm>
        </p:spPr>
      </p:pic>
    </p:spTree>
    <p:extLst>
      <p:ext uri="{BB962C8B-B14F-4D97-AF65-F5344CB8AC3E}">
        <p14:creationId xmlns:p14="http://schemas.microsoft.com/office/powerpoint/2010/main" val="32120674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A0DB6A-6341-6E11-BF8A-910302758F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3417" y="406862"/>
            <a:ext cx="6928476" cy="1467055"/>
          </a:xfrm>
        </p:spPr>
      </p:pic>
    </p:spTree>
    <p:extLst>
      <p:ext uri="{BB962C8B-B14F-4D97-AF65-F5344CB8AC3E}">
        <p14:creationId xmlns:p14="http://schemas.microsoft.com/office/powerpoint/2010/main" val="13709265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LDA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1. Face Recognition: LDA is used to reduce dimensionality while retaining discriminatory information.</a:t>
            </a:r>
          </a:p>
          <a:p>
            <a:r>
              <a:t>2. Speech Recognition: LDA enhances class separation in speech signal classification.</a:t>
            </a:r>
          </a:p>
          <a:p>
            <a:r>
              <a:t>3. Medical Diagnosis: Helps in classifying patients based on their medical data.</a:t>
            </a:r>
          </a:p>
          <a:p>
            <a:r>
              <a:t>4. Text Classification: Used to categorize documents into spam or non-spam, etc.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LDA vs PCA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LDA is supervised, uses class labels, and maximizes class separability.</a:t>
            </a:r>
          </a:p>
          <a:p>
            <a:r>
              <a:t>2. PCA is unsupervised, focuses on variance, and doesn't consider class labels.</a:t>
            </a:r>
          </a:p>
          <a:p>
            <a:r>
              <a:t>3. LDA reduces dimensions to C-1 (where C is the number of classes).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LDA is a powerful technique for classification and dimensionality reduction, especially when data is normally distributed and linearly separable.</a:t>
            </a:r>
          </a:p>
          <a:p>
            <a:r>
              <a:t>It maximizes the separation between different classes by projecting data onto a lower-dimensional space.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353</Words>
  <Application>Microsoft Office PowerPoint</Application>
  <PresentationFormat>On-screen Show (4:3)</PresentationFormat>
  <Paragraphs>34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Linear Discriminant Analysis (LDA)</vt:lpstr>
      <vt:lpstr>PowerPoint Presentation</vt:lpstr>
      <vt:lpstr>PowerPoint Presentation</vt:lpstr>
      <vt:lpstr>Introduction to LDA</vt:lpstr>
      <vt:lpstr>PowerPoint Presentation</vt:lpstr>
      <vt:lpstr>Objective and Assumptions of LDA</vt:lpstr>
      <vt:lpstr>PowerPoint Presentation</vt:lpstr>
      <vt:lpstr>How LDA Works</vt:lpstr>
      <vt:lpstr>Steps in LDA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Applications of LDA</vt:lpstr>
      <vt:lpstr>LDA vs PCA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ANJALY</dc:creator>
  <cp:keywords/>
  <dc:description>generated using python-pptx</dc:description>
  <cp:lastModifiedBy>Anjaly Aneesh</cp:lastModifiedBy>
  <cp:revision>2</cp:revision>
  <dcterms:created xsi:type="dcterms:W3CDTF">2013-01-27T09:14:16Z</dcterms:created>
  <dcterms:modified xsi:type="dcterms:W3CDTF">2024-09-24T08:38:45Z</dcterms:modified>
  <cp:category/>
</cp:coreProperties>
</file>