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60" r:id="rId7"/>
    <p:sldId id="264" r:id="rId8"/>
    <p:sldId id="259" r:id="rId9"/>
    <p:sldId id="261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70"/>
  </p:normalViewPr>
  <p:slideViewPr>
    <p:cSldViewPr snapToGrid="0" snapToObjects="1">
      <p:cViewPr varScale="1">
        <p:scale>
          <a:sx n="109" d="100"/>
          <a:sy n="109" d="100"/>
        </p:scale>
        <p:origin x="6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2E6FF-0979-8748-BAF4-D91F252E5B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5A4227-D99D-2E40-8507-2F8EAAA137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7CF72-2F04-9845-8466-AEE0A51AF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2132A-2574-C24D-8E8C-E60C4C0621AE}" type="datetimeFigureOut">
              <a:rPr lang="en-US" smtClean="0"/>
              <a:t>9/2/24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0376FB-B625-C840-8BC2-DE5FC7497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492C4-17C1-C047-AA7D-2CE810B15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32D24-9CF6-9949-9289-3B663BE80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445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DD444-10F2-B745-9270-42A97E22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EC7C4-1538-1842-989E-2E7A19071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E11F3-31C6-7E4D-9BF2-2931185EE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2132A-2574-C24D-8E8C-E60C4C0621AE}" type="datetimeFigureOut">
              <a:rPr lang="en-US" smtClean="0"/>
              <a:t>9/2/24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75FCE-AF26-8B47-8C0F-F4FEBCC41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6B9D8-F92B-904F-B657-560521901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32D24-9CF6-9949-9289-3B663BE80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599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CF673-BF4A-CE48-B6BD-146D46478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F96773-9F4C-2D4C-8B75-217866E36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A1CD5-892A-FB4D-8235-B215E23B2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2132A-2574-C24D-8E8C-E60C4C0621AE}" type="datetimeFigureOut">
              <a:rPr lang="en-US" smtClean="0"/>
              <a:t>9/2/24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C0D26-2739-A24F-A700-17EA96B4E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AE9FC-1B08-3746-A832-C9917D0E4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32D24-9CF6-9949-9289-3B663BE80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814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A8CB3-9245-304F-85BF-B33C55FF2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8A896-4634-644F-A073-B82BD80572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80283B-41DB-934A-83D3-A15493A3C8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7E8D51-86ED-1741-9538-7321DF12F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2132A-2574-C24D-8E8C-E60C4C0621AE}" type="datetimeFigureOut">
              <a:rPr lang="en-US" smtClean="0"/>
              <a:t>9/2/24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ED9B67-0D3F-5D46-B75D-3619A375F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A42B8-4BAB-0145-8520-2F595C63D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32D24-9CF6-9949-9289-3B663BE80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76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ADD8E-765E-8A48-B446-447776E52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FBB99F-8B3D-E143-8569-59FA1B61A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A61DEA-4838-844F-A28E-7E41AFBC9B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FFAD61-B307-9346-9C71-576C5ED25D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8FE3D0-164C-B84C-85AC-7348CBA9DB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3E1BD2-EDBA-FD42-92DE-EC95A632D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2132A-2574-C24D-8E8C-E60C4C0621AE}" type="datetimeFigureOut">
              <a:rPr lang="en-US" smtClean="0"/>
              <a:t>9/2/24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8E5F11-F03A-904F-8CC8-67B3BC348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99D401-EDE1-184F-8065-E9167BAAA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32D24-9CF6-9949-9289-3B663BE80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588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7C2E3-AD51-5444-A3EC-6D4D3E224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21F083-3E60-6D48-8EC2-94EF50395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2132A-2574-C24D-8E8C-E60C4C0621AE}" type="datetimeFigureOut">
              <a:rPr lang="en-US" smtClean="0"/>
              <a:t>9/2/24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EE7175-2F32-9040-99D4-0A4738F27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6F0173-4DB4-8B42-AD07-0800F1EEF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32D24-9CF6-9949-9289-3B663BE80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734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96E46A-E422-B94E-9C5F-1540DE7C5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2132A-2574-C24D-8E8C-E60C4C0621AE}" type="datetimeFigureOut">
              <a:rPr lang="en-US" smtClean="0"/>
              <a:t>9/2/24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783CEE-C0C0-1142-847D-320063D0E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4E6A55-B06C-4D4B-ADE1-3FCED77B2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32D24-9CF6-9949-9289-3B663BE80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456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A918C-02E8-574D-BB6A-24D7E193D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EE959-6834-6446-B767-F6AF3CE8F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94ECC7-B3C8-8547-ACC8-83F01CDB96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84FE20-60F7-7042-8C44-157AA9B5A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2132A-2574-C24D-8E8C-E60C4C0621AE}" type="datetimeFigureOut">
              <a:rPr lang="en-US" smtClean="0"/>
              <a:t>9/2/24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2C2FA-4752-AF44-AFDE-DBB6DC01C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191E95-52C3-BF4E-BDF0-14CBE6425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32D24-9CF6-9949-9289-3B663BE80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919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3EF25-E382-BC49-BF07-BF281D529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77121A-D1BA-1F4B-903B-4C0751F663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37F981-100D-324C-86FF-ACA7AF0210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89134-365D-614C-822F-30F125A61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2132A-2574-C24D-8E8C-E60C4C0621AE}" type="datetimeFigureOut">
              <a:rPr lang="en-US" smtClean="0"/>
              <a:t>9/2/24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441761-9BE4-D143-AC46-B9FA6FA75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F8DDE0-684F-9048-AC5E-3C9FFE716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32D24-9CF6-9949-9289-3B663BE80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061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447B1-2851-6040-A6BC-0478E0470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C3DCDC-C918-BE4A-8DCD-EE96EDAC15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B5B99-C31B-3746-91EB-74E7ED141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2132A-2574-C24D-8E8C-E60C4C0621AE}" type="datetimeFigureOut">
              <a:rPr lang="en-US" smtClean="0"/>
              <a:t>9/2/24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08C33-CAAC-5F49-A8A1-5623E0E01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B797D-CB7C-BD47-9F85-1546A96F3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32D24-9CF6-9949-9289-3B663BE80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957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59622E-E9BF-6142-B90D-E9E99DB774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200877-9B08-D345-8BEA-4F085CFD87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8C247-6EAE-554A-9587-144EADDC8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2132A-2574-C24D-8E8C-E60C4C0621AE}" type="datetimeFigureOut">
              <a:rPr lang="en-US" smtClean="0"/>
              <a:t>9/2/24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69E6A-2995-3C43-9848-DFD0BA415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024ED-6B63-9E49-8AF9-6BBF53491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32D24-9CF6-9949-9289-3B663BE80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691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5BD71D-1C84-CB46-A08F-AFA6F0FD2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D4FCC0-99C7-2F47-BBBF-9106AA407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A37B3-8302-B84F-9A9B-99B82B5442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E2132A-2574-C24D-8E8C-E60C4C0621AE}" type="datetimeFigureOut">
              <a:rPr lang="en-US" smtClean="0"/>
              <a:t>9/2/24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6AEB3-71FD-074E-9908-3EC0B8D5F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A8B29-0D25-284C-AE9E-531B6FA4C2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132D24-9CF6-9949-9289-3B663BE80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033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9D983-4C84-0D43-9B84-39ECD03F29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Mobile and Cloud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8678C0-5901-BE4C-A176-1828717942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Module 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08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886CE-624B-F846-BDC5-FFC95A024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 SERVER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417A3-0D71-BC4F-86D4-DB0891F4E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6615" y="1825625"/>
            <a:ext cx="4818185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 err="1"/>
              <a:t>Advantanges</a:t>
            </a:r>
            <a:endParaRPr lang="en-US" b="1" dirty="0"/>
          </a:p>
          <a:p>
            <a:r>
              <a:rPr lang="en-US" dirty="0"/>
              <a:t>Send processing back to server</a:t>
            </a:r>
          </a:p>
          <a:p>
            <a:r>
              <a:rPr lang="en-US" dirty="0"/>
              <a:t>Thin clients</a:t>
            </a:r>
          </a:p>
          <a:p>
            <a:r>
              <a:rPr lang="en-US" dirty="0"/>
              <a:t>Reuse APIs</a:t>
            </a:r>
          </a:p>
          <a:p>
            <a:r>
              <a:rPr lang="en-US" dirty="0"/>
              <a:t>Distribution of load</a:t>
            </a:r>
          </a:p>
          <a:p>
            <a:pPr marL="0" indent="0">
              <a:buNone/>
            </a:pPr>
            <a:r>
              <a:rPr lang="en-US" b="1" dirty="0"/>
              <a:t>Disadvantages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Backend Updates are tricky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Maintaining  consistency across platforms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D95704-C084-3344-AC2F-59FB57684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57376"/>
            <a:ext cx="6342185" cy="3805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534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57E3A-1A7E-EF48-AEF1-54E261017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to EDGE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BEE78-3D82-5F41-BF69-5411254FF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0030" y="1825625"/>
            <a:ext cx="4073769" cy="4351338"/>
          </a:xfrm>
        </p:spPr>
        <p:txBody>
          <a:bodyPr/>
          <a:lstStyle/>
          <a:p>
            <a:r>
              <a:rPr lang="en-US" dirty="0"/>
              <a:t> Moving service delivery closer to end nodes</a:t>
            </a:r>
          </a:p>
          <a:p>
            <a:r>
              <a:rPr lang="en-US" dirty="0"/>
              <a:t>Bandwidth issues are being solved</a:t>
            </a:r>
          </a:p>
          <a:p>
            <a:r>
              <a:rPr lang="en-US" dirty="0"/>
              <a:t>Popular for IoT solutions</a:t>
            </a:r>
          </a:p>
          <a:p>
            <a:r>
              <a:rPr lang="en-US" dirty="0"/>
              <a:t>Caching of frequently used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2A9579-217F-424A-B9CC-0397AC122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942" y="1898650"/>
            <a:ext cx="5299320" cy="461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59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57E3A-1A7E-EF48-AEF1-54E261017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to Fog to EDGE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BEE78-3D82-5F41-BF69-5411254FF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95138" y="1966302"/>
            <a:ext cx="4073769" cy="4351338"/>
          </a:xfrm>
        </p:spPr>
        <p:txBody>
          <a:bodyPr/>
          <a:lstStyle/>
          <a:p>
            <a:r>
              <a:rPr lang="en-US" dirty="0"/>
              <a:t>Three layer cloud model</a:t>
            </a:r>
          </a:p>
          <a:p>
            <a:r>
              <a:rPr lang="en-US" dirty="0"/>
              <a:t>Edge contains final visualization and device handling only</a:t>
            </a:r>
          </a:p>
          <a:p>
            <a:r>
              <a:rPr lang="en-US" dirty="0"/>
              <a:t>Fog layer is distributed processing of edge devices.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65235E-C9E3-0949-99B1-0C0CD7DBF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31" y="1600200"/>
            <a:ext cx="76454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953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FC95C-C6F5-BE40-944F-89C19965F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APIs in backend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495CE-6A75-E342-AB46-DB0409125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46785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API: Request response to backend</a:t>
            </a:r>
          </a:p>
          <a:p>
            <a:r>
              <a:rPr lang="en-US" dirty="0"/>
              <a:t>Business logic should be entirely in Server side</a:t>
            </a:r>
          </a:p>
          <a:p>
            <a:r>
              <a:rPr lang="en-US" dirty="0"/>
              <a:t>Presentation should be entirely in client side</a:t>
            </a:r>
          </a:p>
          <a:p>
            <a:r>
              <a:rPr lang="en-US" dirty="0"/>
              <a:t>JSON format, XML format, Swagger.</a:t>
            </a:r>
          </a:p>
          <a:p>
            <a:r>
              <a:rPr lang="en-US" dirty="0"/>
              <a:t>Monolith backend platform containing suite of APIs </a:t>
            </a:r>
            <a:r>
              <a:rPr lang="en-US" dirty="0" err="1"/>
              <a:t>eg</a:t>
            </a:r>
            <a:r>
              <a:rPr lang="en-US" dirty="0"/>
              <a:t>: </a:t>
            </a:r>
            <a:r>
              <a:rPr lang="en-US" dirty="0" err="1"/>
              <a:t>node.js</a:t>
            </a:r>
            <a:r>
              <a:rPr lang="en-US" dirty="0"/>
              <a:t>, PHP, .NET, Java etc.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1C81EC-BD01-0646-AA90-644093B9D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546" y="218587"/>
            <a:ext cx="6148403" cy="2899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000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1FE7F-7707-4F44-B20A-D3224AFE2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Backend focus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463D9-A4D4-FD45-8EE0-F291599E3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708" y="1884454"/>
            <a:ext cx="4267398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Majority of work is in backend</a:t>
            </a:r>
          </a:p>
          <a:p>
            <a:endParaRPr lang="en-US" dirty="0"/>
          </a:p>
          <a:p>
            <a:r>
              <a:rPr lang="en-US" dirty="0"/>
              <a:t>Performance is very critical</a:t>
            </a:r>
          </a:p>
          <a:p>
            <a:endParaRPr lang="en-US" dirty="0"/>
          </a:p>
          <a:p>
            <a:r>
              <a:rPr lang="en-US" dirty="0"/>
              <a:t>Updates  to backend results in downtime</a:t>
            </a:r>
          </a:p>
          <a:p>
            <a:endParaRPr lang="en-US" dirty="0"/>
          </a:p>
          <a:p>
            <a:r>
              <a:rPr lang="en-US" dirty="0"/>
              <a:t>Monolithic architecture means cloud is always on</a:t>
            </a:r>
          </a:p>
          <a:p>
            <a:endParaRPr lang="en-US" dirty="0"/>
          </a:p>
          <a:p>
            <a:r>
              <a:rPr lang="en-US" dirty="0"/>
              <a:t>How to reduce downtime and reduce cloud usage?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7AA9B1-4547-C94C-A575-AF803CC3B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0106" y="99585"/>
            <a:ext cx="7163275" cy="356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189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E6801-069F-ED4C-9AEC-5D75674BE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Microservices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60A9D-890F-AD48-80CC-79A7C780F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570" y="3524922"/>
            <a:ext cx="11353800" cy="3128963"/>
          </a:xfrm>
        </p:spPr>
        <p:txBody>
          <a:bodyPr>
            <a:normAutofit/>
          </a:bodyPr>
          <a:lstStyle/>
          <a:p>
            <a:r>
              <a:rPr lang="en-US" dirty="0"/>
              <a:t>Splitting APIs into self sufficient containerized modules</a:t>
            </a:r>
          </a:p>
          <a:p>
            <a:r>
              <a:rPr lang="en-US" dirty="0"/>
              <a:t>Every API call intercepted by container of API which is waking up, processing and going to sleep.</a:t>
            </a:r>
          </a:p>
          <a:p>
            <a:r>
              <a:rPr lang="en-US" dirty="0"/>
              <a:t>Microservices can be updated independently resulting in low downtime</a:t>
            </a:r>
          </a:p>
          <a:p>
            <a:r>
              <a:rPr lang="en-US" dirty="0"/>
              <a:t>Microservices result in low cloud </a:t>
            </a:r>
            <a:r>
              <a:rPr lang="en-US" dirty="0" err="1"/>
              <a:t>cpu</a:t>
            </a:r>
            <a:r>
              <a:rPr lang="en-US" dirty="0"/>
              <a:t> usage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D2474A-A5B3-E748-BFF9-0FB46433E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1038" y="0"/>
            <a:ext cx="7090962" cy="333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85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8A033-FAFF-824E-890E-D00BFE22C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Mobile front end evolution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75BCC-24D0-D545-A87E-B0795C497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Front end and backend technologies</a:t>
            </a:r>
          </a:p>
          <a:p>
            <a:pPr lvl="1"/>
            <a:r>
              <a:rPr lang="en-US" dirty="0"/>
              <a:t>Frontend: Android, iOS, Windows</a:t>
            </a:r>
          </a:p>
          <a:p>
            <a:pPr lvl="1"/>
            <a:r>
              <a:rPr lang="en-US" dirty="0"/>
              <a:t>Backend: PHP, .NET, Java</a:t>
            </a:r>
          </a:p>
          <a:p>
            <a:r>
              <a:rPr lang="en-US" dirty="0"/>
              <a:t>Many builds being maintained for each frontend</a:t>
            </a:r>
          </a:p>
          <a:p>
            <a:r>
              <a:rPr lang="en-US" dirty="0"/>
              <a:t>Bugs arise due to updates in each </a:t>
            </a:r>
            <a:r>
              <a:rPr lang="en-US" dirty="0" err="1"/>
              <a:t>flavour</a:t>
            </a:r>
            <a:endParaRPr lang="en-US" dirty="0"/>
          </a:p>
          <a:p>
            <a:endParaRPr lang="en-US" dirty="0"/>
          </a:p>
          <a:p>
            <a:r>
              <a:rPr lang="en-US" dirty="0"/>
              <a:t>Cross platform technology</a:t>
            </a:r>
          </a:p>
          <a:p>
            <a:pPr lvl="1"/>
            <a:r>
              <a:rPr lang="en-US" dirty="0"/>
              <a:t>HTML5, Apache Cordova, Xamarin</a:t>
            </a:r>
          </a:p>
          <a:p>
            <a:pPr lvl="1"/>
            <a:r>
              <a:rPr lang="en-US" dirty="0"/>
              <a:t>Single build generating multiple apps for different platforms.</a:t>
            </a:r>
          </a:p>
          <a:p>
            <a:pPr lvl="1"/>
            <a:r>
              <a:rPr lang="en-US" dirty="0"/>
              <a:t>Support needed from community to be </a:t>
            </a:r>
            <a:r>
              <a:rPr lang="en-US" dirty="0" err="1"/>
              <a:t>uptodate</a:t>
            </a:r>
            <a:r>
              <a:rPr lang="en-US" dirty="0"/>
              <a:t> with each platform revision</a:t>
            </a:r>
          </a:p>
        </p:txBody>
      </p:sp>
    </p:spTree>
    <p:extLst>
      <p:ext uri="{BB962C8B-B14F-4D97-AF65-F5344CB8AC3E}">
        <p14:creationId xmlns:p14="http://schemas.microsoft.com/office/powerpoint/2010/main" val="4248362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D58FA-326B-0340-8D47-204E8D884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and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43983-584D-D446-98F7-815173E43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956" y="1825625"/>
            <a:ext cx="4718538" cy="4351338"/>
          </a:xfrm>
        </p:spPr>
        <p:txBody>
          <a:bodyPr/>
          <a:lstStyle/>
          <a:p>
            <a:r>
              <a:rPr lang="en-US" dirty="0"/>
              <a:t>Usage and Crash Statistics </a:t>
            </a:r>
          </a:p>
          <a:p>
            <a:pPr lvl="1"/>
            <a:r>
              <a:rPr lang="en-US" dirty="0" err="1"/>
              <a:t>Crashlytics</a:t>
            </a:r>
            <a:r>
              <a:rPr lang="en-US" dirty="0"/>
              <a:t>, App dynamics</a:t>
            </a:r>
          </a:p>
          <a:p>
            <a:pPr lvl="1"/>
            <a:endParaRPr lang="en-US" dirty="0"/>
          </a:p>
          <a:p>
            <a:r>
              <a:rPr lang="en-US" dirty="0"/>
              <a:t>Decision making on performance improvement</a:t>
            </a:r>
          </a:p>
          <a:p>
            <a:endParaRPr lang="en-US" dirty="0"/>
          </a:p>
          <a:p>
            <a:r>
              <a:rPr lang="en-US" dirty="0"/>
              <a:t>Data analytics on user preference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59050A-370D-C44D-BBFF-BC6532D65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0250" y="1406098"/>
            <a:ext cx="7327612" cy="5190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74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4A4F4-5FEA-8C47-B2E0-D80CB80EE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F7C90-1EAD-DC4A-8F39-296FACC9C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B04C4F-AE21-384F-87F8-E9F9969C9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210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D98E5-72DA-014B-A682-297914BAC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C994A-9DAB-D042-ACB0-EE1C471B3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1AF594-5ECA-964A-92CD-D67FCAE1D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0" y="165100"/>
            <a:ext cx="11836400" cy="652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071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304</Words>
  <Application>Microsoft Macintosh PowerPoint</Application>
  <PresentationFormat>Widescreen</PresentationFormat>
  <Paragraphs>59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Office Theme</vt:lpstr>
      <vt:lpstr>Mobile and Cloud</vt:lpstr>
      <vt:lpstr>CLIENT SERVER ARCHITECTURE</vt:lpstr>
      <vt:lpstr>CLOUD to EDGE computing</vt:lpstr>
      <vt:lpstr>CLOUD to Fog to EDGE computing</vt:lpstr>
      <vt:lpstr>APIs in backend</vt:lpstr>
      <vt:lpstr>Backend focus</vt:lpstr>
      <vt:lpstr>Microservices model</vt:lpstr>
      <vt:lpstr>Mobile front end evolution</vt:lpstr>
      <vt:lpstr>Performance and analytics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and Cloud</dc:title>
  <dc:creator>Bijoy Jose</dc:creator>
  <cp:lastModifiedBy>Bijoy Jose</cp:lastModifiedBy>
  <cp:revision>21</cp:revision>
  <dcterms:created xsi:type="dcterms:W3CDTF">2023-03-27T06:37:41Z</dcterms:created>
  <dcterms:modified xsi:type="dcterms:W3CDTF">2024-09-02T04:54:58Z</dcterms:modified>
</cp:coreProperties>
</file>