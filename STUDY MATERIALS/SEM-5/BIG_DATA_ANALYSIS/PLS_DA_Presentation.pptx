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2" r:id="rId7"/>
    <p:sldId id="270" r:id="rId8"/>
    <p:sldId id="271" r:id="rId9"/>
    <p:sldId id="272" r:id="rId10"/>
    <p:sldId id="260" r:id="rId11"/>
    <p:sldId id="261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63" r:id="rId20"/>
    <p:sldId id="264" r:id="rId21"/>
    <p:sldId id="265" r:id="rId22"/>
    <p:sldId id="26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Introduction to Partial Least Squares Discriminant Analysis (PLS-DA)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PLS-DA?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Partial Least Squares Discriminant Analysis (PLS-DA) is a supervised classification method.</a:t>
            </a:r>
          </a:p>
          <a:p>
            <a:r>
              <a:rPr dirty="0"/>
              <a:t> Combines features of Partial Least Squares (PLS) regression with discriminant analysis.</a:t>
            </a:r>
          </a:p>
          <a:p>
            <a:r>
              <a:rPr dirty="0"/>
              <a:t> Useful for handling multicollinearity and high-dimensional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PLS-DA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Datasets with correlated and noisy variables.</a:t>
            </a:r>
          </a:p>
          <a:p>
            <a:r>
              <a:rPr dirty="0"/>
              <a:t>Fields: Chemometrics, Bioinformatics, Metabolomics, and Sensory Data.</a:t>
            </a:r>
          </a:p>
          <a:p>
            <a:r>
              <a:rPr dirty="0"/>
              <a:t>Ideal for high-dimensional datasets where other classification methods struggle.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Workflow of PLS-DA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109" y="1300899"/>
            <a:ext cx="8964891" cy="52824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1. Input: Predictor matrix X and response vector y.</a:t>
            </a:r>
          </a:p>
          <a:p>
            <a:pPr marL="0" indent="0">
              <a:buNone/>
            </a:pPr>
            <a:r>
              <a:rPr dirty="0"/>
              <a:t>2. Latent Variable Extraction:</a:t>
            </a:r>
            <a:r>
              <a:rPr lang="en-IN" dirty="0"/>
              <a:t> PLS-DA aims to </a:t>
            </a:r>
            <a:r>
              <a:rPr dirty="0"/>
              <a:t> Maximize covariance between</a:t>
            </a:r>
            <a:r>
              <a:rPr lang="en-IN" dirty="0"/>
              <a:t> Predictor matrix</a:t>
            </a:r>
            <a:r>
              <a:rPr dirty="0"/>
              <a:t> X and </a:t>
            </a:r>
            <a:r>
              <a:rPr lang="en-IN" dirty="0"/>
              <a:t>response vector </a:t>
            </a:r>
            <a:r>
              <a:rPr dirty="0"/>
              <a:t>y.</a:t>
            </a:r>
          </a:p>
          <a:p>
            <a:pPr marL="0" indent="0">
              <a:buNone/>
            </a:pPr>
            <a:r>
              <a:rPr dirty="0"/>
              <a:t>3. Dimensionality Reduction: Summarize X into latent variables.</a:t>
            </a:r>
          </a:p>
          <a:p>
            <a:pPr marL="0" indent="0">
              <a:buNone/>
            </a:pPr>
            <a:r>
              <a:rPr dirty="0"/>
              <a:t>4. Discriminant Analysis: Classify samples using latent variables.</a:t>
            </a:r>
            <a:r>
              <a:rPr lang="en-IN" dirty="0"/>
              <a:t> </a:t>
            </a:r>
            <a:r>
              <a:rPr lang="en-US" dirty="0"/>
              <a:t>The idea is to project the data into a lower-dimensional space (formed by the latent variables) where the separation between the classes is maximized.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9FB071-2B6D-2165-F62A-36BBEB586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115" y="764202"/>
            <a:ext cx="8347075" cy="5099270"/>
          </a:xfrm>
        </p:spPr>
      </p:pic>
    </p:spTree>
    <p:extLst>
      <p:ext uri="{BB962C8B-B14F-4D97-AF65-F5344CB8AC3E}">
        <p14:creationId xmlns:p14="http://schemas.microsoft.com/office/powerpoint/2010/main" val="164608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Wine Classification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672399D-8C97-D177-5BDF-4621363B7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404" y="1621411"/>
            <a:ext cx="8755206" cy="4626406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EF9637-B269-8732-61D3-78B603355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12" y="672635"/>
            <a:ext cx="8786576" cy="5266252"/>
          </a:xfrm>
        </p:spPr>
      </p:pic>
    </p:spTree>
    <p:extLst>
      <p:ext uri="{BB962C8B-B14F-4D97-AF65-F5344CB8AC3E}">
        <p14:creationId xmlns:p14="http://schemas.microsoft.com/office/powerpoint/2010/main" val="2240615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75D8D7-BDE2-BB55-0646-91B3B6747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912" y="335914"/>
            <a:ext cx="8512175" cy="5621826"/>
          </a:xfrm>
        </p:spPr>
      </p:pic>
    </p:spTree>
    <p:extLst>
      <p:ext uri="{BB962C8B-B14F-4D97-AF65-F5344CB8AC3E}">
        <p14:creationId xmlns:p14="http://schemas.microsoft.com/office/powerpoint/2010/main" val="1415813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DBC230-A2B9-2D9C-1769-C39CECAA06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481" y="278297"/>
            <a:ext cx="8301037" cy="20917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9BC828-54B9-B859-C132-164EBE97E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2" y="2533844"/>
            <a:ext cx="8473444" cy="384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12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Latent Variables?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Linear combinations of original features (e.g., LV₁ = c₁ × Alcohol + c₂ × Acidity + c₃ × Sugar).</a:t>
            </a:r>
          </a:p>
          <a:p>
            <a:r>
              <a:rPr dirty="0"/>
              <a:t> Latent variables maximize both the variance in X and the correlation with y.</a:t>
            </a:r>
          </a:p>
          <a:p>
            <a:r>
              <a:rPr dirty="0"/>
              <a:t> PLS-DA extracts a few important latent variables to separate classes.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Coefficients c₁, c₂, c₃ Are Calculated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21A510-2D2B-F98C-3FAB-0DDBCD6CD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63" y="1815053"/>
            <a:ext cx="8842342" cy="4689441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3D83D0-24BE-1642-F77B-146105E85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429" y="651711"/>
            <a:ext cx="8385175" cy="183452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6F41DB-0B74-43A8-E27B-49CA5B883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29" y="2355255"/>
            <a:ext cx="8135365" cy="401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14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3B8C2D-50EB-D21E-82B9-1B6D5F22A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887" y="579352"/>
            <a:ext cx="8404225" cy="5981704"/>
          </a:xfrm>
        </p:spPr>
      </p:pic>
    </p:spTree>
    <p:extLst>
      <p:ext uri="{BB962C8B-B14F-4D97-AF65-F5344CB8AC3E}">
        <p14:creationId xmlns:p14="http://schemas.microsoft.com/office/powerpoint/2010/main" val="605264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AA0AB6-2046-C599-B458-53799AAD7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937" y="397604"/>
            <a:ext cx="8366125" cy="2002771"/>
          </a:xfrm>
        </p:spPr>
      </p:pic>
    </p:spTree>
    <p:extLst>
      <p:ext uri="{BB962C8B-B14F-4D97-AF65-F5344CB8AC3E}">
        <p14:creationId xmlns:p14="http://schemas.microsoft.com/office/powerpoint/2010/main" val="3412035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B84BF6-6C18-E470-5098-9F38BA8C5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749" y="390704"/>
            <a:ext cx="8229600" cy="5614169"/>
          </a:xfrm>
        </p:spPr>
      </p:pic>
    </p:spTree>
    <p:extLst>
      <p:ext uri="{BB962C8B-B14F-4D97-AF65-F5344CB8AC3E}">
        <p14:creationId xmlns:p14="http://schemas.microsoft.com/office/powerpoint/2010/main" val="377818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9120B2-281B-7874-AAE0-0898CCE29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175" y="697477"/>
            <a:ext cx="8229600" cy="13476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452C87-D142-BC6F-821A-DC570FDFC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84126"/>
            <a:ext cx="9069066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64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C17AEC-E93A-F5A0-60AC-8C70DE632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487" y="746839"/>
            <a:ext cx="8709025" cy="5446571"/>
          </a:xfrm>
        </p:spPr>
      </p:pic>
    </p:spTree>
    <p:extLst>
      <p:ext uri="{BB962C8B-B14F-4D97-AF65-F5344CB8AC3E}">
        <p14:creationId xmlns:p14="http://schemas.microsoft.com/office/powerpoint/2010/main" val="3416853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3FD8FB-E750-A581-12F1-05A618929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125" y="854694"/>
            <a:ext cx="8413750" cy="4791962"/>
          </a:xfrm>
        </p:spPr>
      </p:pic>
    </p:spTree>
    <p:extLst>
      <p:ext uri="{BB962C8B-B14F-4D97-AF65-F5344CB8AC3E}">
        <p14:creationId xmlns:p14="http://schemas.microsoft.com/office/powerpoint/2010/main" val="2776078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PLS-DA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Metrics: Accuracy, Precision, Recall, F1-Score, and AUC-ROC curve.</a:t>
            </a:r>
          </a:p>
          <a:p>
            <a:r>
              <a:rPr dirty="0"/>
              <a:t>Confusion Matrix to evaluate classification performance.</a:t>
            </a:r>
          </a:p>
          <a:p>
            <a:r>
              <a:rPr dirty="0"/>
              <a:t>Cross-validation: k-fold, LOOCV to prevent overfitting.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PLS-DA?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Handles multicollinearity in data.</a:t>
            </a:r>
          </a:p>
          <a:p>
            <a:r>
              <a:rPr dirty="0"/>
              <a:t>Effective for high-dimensional datasets.</a:t>
            </a:r>
          </a:p>
          <a:p>
            <a:r>
              <a:rPr dirty="0"/>
              <a:t>Provides interpretable results (VIP scores for feature importance).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Chemometrics: Chemical properties for product quality control.</a:t>
            </a:r>
          </a:p>
          <a:p>
            <a:r>
              <a:rPr dirty="0"/>
              <a:t>Bioinformatics: Gene expression and metabolomics data.</a:t>
            </a:r>
          </a:p>
          <a:p>
            <a:r>
              <a:rPr dirty="0"/>
              <a:t>Sensory Science: Food and beverage classification based on chemical attributes.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PLS-DA is a powerful classification tool for complex, multivariate datasets.</a:t>
            </a:r>
          </a:p>
          <a:p>
            <a:r>
              <a:rPr dirty="0"/>
              <a:t>Combines dimensionality reduction with classification, making it useful in several scientific and industrial fields.</a:t>
            </a:r>
          </a:p>
          <a:p>
            <a:r>
              <a:rPr dirty="0"/>
              <a:t>Provides both predictive accuracy and insight into important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374</Words>
  <Application>Microsoft Office PowerPoint</Application>
  <PresentationFormat>On-screen Show (4:3)</PresentationFormat>
  <Paragraphs>36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Introduction to Partial Least Squares Discriminant Analysis (PLS-DA)</vt:lpstr>
      <vt:lpstr>What is PLS-DA?</vt:lpstr>
      <vt:lpstr>Applications of PLS-DA</vt:lpstr>
      <vt:lpstr>Basic Workflow of PLS-DA</vt:lpstr>
      <vt:lpstr>PowerPoint Presentation</vt:lpstr>
      <vt:lpstr>Wine Classification Example</vt:lpstr>
      <vt:lpstr>PowerPoint Presentation</vt:lpstr>
      <vt:lpstr>PowerPoint Presentation</vt:lpstr>
      <vt:lpstr>PowerPoint Presentation</vt:lpstr>
      <vt:lpstr>What Are Latent Variables?</vt:lpstr>
      <vt:lpstr>How Coefficients c₁, c₂, c₃ Are Calculated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PLS-DA Performance</vt:lpstr>
      <vt:lpstr>Why Use PLS-DA?</vt:lpstr>
      <vt:lpstr>Real-World Use Cases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ANJALY</dc:creator>
  <cp:keywords/>
  <dc:description>generated using python-pptx</dc:description>
  <cp:lastModifiedBy>Anjaly Aneesh</cp:lastModifiedBy>
  <cp:revision>3</cp:revision>
  <dcterms:created xsi:type="dcterms:W3CDTF">2013-01-27T09:14:16Z</dcterms:created>
  <dcterms:modified xsi:type="dcterms:W3CDTF">2024-10-03T05:22:42Z</dcterms:modified>
  <cp:category/>
</cp:coreProperties>
</file>