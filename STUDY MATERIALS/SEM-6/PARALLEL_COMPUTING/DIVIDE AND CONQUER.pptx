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9" r:id="rId6"/>
    <p:sldId id="262" r:id="rId7"/>
    <p:sldId id="263" r:id="rId8"/>
    <p:sldId id="265" r:id="rId9"/>
    <p:sldId id="266" r:id="rId10"/>
    <p:sldId id="264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0F02-EBE4-231A-A126-86697183D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66449-C009-B224-0FD7-04C1750DD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95253-CBFD-FD3E-8C66-E168F434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30C19-E3EB-F5E3-E942-BF012011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F6428-9F65-4160-31DF-23C30698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9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6A02-E80E-7EFD-92F8-B1C5AE50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6C294-1C0A-1F37-EAAF-C90C9ACFB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4989-19CC-2EC7-5774-967F0FB2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3B8A-DF2D-FABE-EC36-E983CA8A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71DDB-DCE5-D4EE-4F0B-0D4CFF39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00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CDDC-9735-03F5-9018-51C31AED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75DF7-2D80-92CF-3533-DD65A9BA4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BD8C8-CB69-4699-70CA-6CFA66B2F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FC35-5675-B930-1984-305875D4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11A7D-E92D-9612-3CE2-512A35E6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67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A0B4-FE40-C49A-3768-2825650C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48904-430D-0246-9782-BF36406C0A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2DFEE4-6228-69AA-FB3B-6175F6C90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5C9A4-EDF0-8B02-2C6F-A58986B0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2B6E7-C83D-A891-6C35-95A966CE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A76B8-5571-1B15-7D20-3848304C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757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C568-75CB-096A-6886-649C3ADF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54C967-826E-7776-B9A1-C39196D3A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669C-4676-F583-965A-3A6D9B6E1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C13449-9001-FA04-B6D2-82080154B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2AE13-94F4-A320-CC36-8546025B6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F70B5-8E0B-32CA-4F6B-198CE36B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429C0-E96B-6B89-D850-50D4B768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96430A-B45C-6868-D038-5FC27BD1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1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6EFC-177C-52F0-48C9-EF46A87A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3A577-2A6C-73BD-3683-AD3CC15A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48F75-5E7B-135B-AF8B-8B234C86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4293F-560B-7A5E-660A-D83AB0AC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711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CF116-1C3F-F146-6E41-FF8F6F970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4296E-E002-98D2-5862-650FBC39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C4BB0-B19A-193C-7D46-308362E76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842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E43C-8EA8-7C6E-29F9-14C356C9E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65433-D5A9-47B0-94EE-11A08C489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EDC43-3F49-3E40-3DC6-9CCF40442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7F21D-55BB-83E3-4FB5-8B25541E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618C6-C19C-675A-908F-1D8AE4D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85FA9-CE42-78B5-8297-707B44E2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69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7440-2545-D798-573E-CAEFE8ED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AE22C6-DB31-3526-3801-36ECA7DB0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061274-9DB1-EC6B-21E5-84C5E743C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D9D8C-422B-46F7-D58A-48172E6C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6713-9D2B-92C9-1C8B-63FE84D2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DCA3E-A0AB-745B-FE7C-A9B258ED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035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5FD0-B2C6-C224-4AA7-031F5E8D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89A861-AECF-75DC-695C-2C64A6E9B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8BCFC-9D88-2F6A-FD1E-A306AA640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CFEC-6C9B-D419-224F-319C650D7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387D5-0CCA-E30E-7D29-B0F9BDAA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015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21C52-82A9-B006-04C9-BB6FDFC0E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110B1-3DAC-F654-D41E-8AC1BC874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4CB34-BFA2-5CAD-74E8-558B0CD8F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18C09-952B-D8AD-0F86-1DF598CF5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4B9C8-A557-D768-C237-4264EE77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184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14676-D792-3DA3-01C4-52E7EF2A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44AC9-BF64-91CD-CDB9-84548DE7F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3FD92-298B-ADB8-DB02-DAB4A1043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611AD-B6F5-4476-9D80-368D8E081FE1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BCFE3-7AA6-C832-7919-96AD620D2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1B5A-6EE2-4C5F-25D9-9C82481D6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EC97C-F895-4E37-A41A-C17A9DCB77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71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ADF5-7BA7-A1A4-0E24-C17E846281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DIVIDE AND CONQUER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33CED-9435-63FF-D74D-1A0C7B4942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26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FB03-9416-F5BD-7485-2F62B330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Mulish"/>
              </a:rPr>
              <a:t>What is convex hull problem?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609E-AFD7-CB5A-8052-6006D519A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Mulish"/>
              </a:rPr>
              <a:t>A convex hull is the smallest convex polygon that completely encloses a set of points in a two-dimensional or three-dimensional space.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Mulish"/>
              </a:rPr>
              <a:t> It can be thought of as the "envelope" or "wrapper" of the points.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Mulish"/>
              </a:rPr>
              <a:t>We use the divide and conquer approach to solve this by recursively calling the function for smaller parameters. </a:t>
            </a:r>
            <a:endParaRPr lang="en-US" b="0" i="0" dirty="0">
              <a:solidFill>
                <a:srgbClr val="7F7F7F"/>
              </a:solidFill>
              <a:effectLst/>
              <a:latin typeface="Mulish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7F7F7F"/>
                </a:solidFill>
                <a:effectLst/>
                <a:latin typeface="Mulish"/>
              </a:rPr>
              <a:t>Here is an illustration of our approach: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108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4B7B5-D0B9-3C46-F05D-B2DB1748E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488" y="1264915"/>
            <a:ext cx="10501312" cy="3958283"/>
          </a:xfrm>
        </p:spPr>
      </p:pic>
    </p:spTree>
    <p:extLst>
      <p:ext uri="{BB962C8B-B14F-4D97-AF65-F5344CB8AC3E}">
        <p14:creationId xmlns:p14="http://schemas.microsoft.com/office/powerpoint/2010/main" val="1181050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94BFFB-E9A4-0BB5-E6AE-87B63367B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824" y="1247112"/>
            <a:ext cx="10135478" cy="4320914"/>
          </a:xfrm>
        </p:spPr>
      </p:pic>
    </p:spTree>
    <p:extLst>
      <p:ext uri="{BB962C8B-B14F-4D97-AF65-F5344CB8AC3E}">
        <p14:creationId xmlns:p14="http://schemas.microsoft.com/office/powerpoint/2010/main" val="175008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14CB88-3C49-C1EB-5B5E-70872D81F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714" y="631407"/>
            <a:ext cx="11136886" cy="5103918"/>
          </a:xfrm>
        </p:spPr>
      </p:pic>
    </p:spTree>
    <p:extLst>
      <p:ext uri="{BB962C8B-B14F-4D97-AF65-F5344CB8AC3E}">
        <p14:creationId xmlns:p14="http://schemas.microsoft.com/office/powerpoint/2010/main" val="402271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62E9-683C-DBAD-1F97-70E30FFC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MERGING OF TWO CONVEX HULLS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8D1E82-F001-2705-8B57-57E032A96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7987" y="1418095"/>
            <a:ext cx="8337002" cy="4259949"/>
          </a:xfrm>
        </p:spPr>
      </p:pic>
    </p:spTree>
    <p:extLst>
      <p:ext uri="{BB962C8B-B14F-4D97-AF65-F5344CB8AC3E}">
        <p14:creationId xmlns:p14="http://schemas.microsoft.com/office/powerpoint/2010/main" val="175700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21AFD-4BBD-CA18-6A98-B2263BB33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5" y="397565"/>
            <a:ext cx="10773355" cy="57793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0" dirty="0">
                <a:effectLst/>
                <a:latin typeface="Mulish"/>
              </a:rPr>
              <a:t>Finding the upper tangent and lower tangent.</a:t>
            </a:r>
            <a:endParaRPr lang="en-US" b="1" dirty="0">
              <a:latin typeface="Mulish"/>
            </a:endParaRPr>
          </a:p>
          <a:p>
            <a:pPr marL="0" indent="0">
              <a:buNone/>
            </a:pPr>
            <a:endParaRPr lang="en-US" b="1" i="0" dirty="0">
              <a:effectLst/>
              <a:latin typeface="Mulish"/>
            </a:endParaRP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finding the upper tangent, we start by taking two points.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rightmost point of a and leftmost point of b.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line joining them is labelled as 1.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As this line passes through the polygon b (is not above polygon b) so we take the anti-clockwise next point on b, the line is labelled 2.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Now the line is above the polygon b. But the line is crossing the polygon a, so we move to the clockwise next point, labelled as 3 in the picture.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again crossing the polygon a so we move to line 4. This line is crossing b so we move to line 5. Now this line is crossing neither of the points.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So this is the upper tangent for the given polygons. </a:t>
            </a:r>
            <a:endParaRPr lang="en-US" b="1" i="0" dirty="0">
              <a:effectLst/>
              <a:latin typeface="Mulish"/>
            </a:endParaRPr>
          </a:p>
          <a:p>
            <a:pPr marL="0" indent="0">
              <a:buNone/>
            </a:pPr>
            <a:endParaRPr lang="en-US" b="1" i="0" dirty="0">
              <a:effectLst/>
              <a:latin typeface="Mulish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753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C4CA07-1B40-A144-AE21-6DB7219CF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244" y="1026875"/>
            <a:ext cx="7696867" cy="3086367"/>
          </a:xfrm>
        </p:spPr>
      </p:pic>
    </p:spTree>
    <p:extLst>
      <p:ext uri="{BB962C8B-B14F-4D97-AF65-F5344CB8AC3E}">
        <p14:creationId xmlns:p14="http://schemas.microsoft.com/office/powerpoint/2010/main" val="423082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61AB9-F10B-5E7F-A93A-A60DA796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74672-3AF8-EF6D-306E-C8E5C7098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finding the lower tangent we need to move inversely through the polygons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If the line is crossing the polygon b we move to clockwise next and to anti-clockwise next if the line is crossing the polygon 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457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E1F9-BA56-BDB4-B489-8B972EF6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Convex Hull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BAE84E-953E-C652-290C-560A218B1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650" y="2267594"/>
            <a:ext cx="6454699" cy="3467400"/>
          </a:xfrm>
        </p:spPr>
      </p:pic>
    </p:spTree>
    <p:extLst>
      <p:ext uri="{BB962C8B-B14F-4D97-AF65-F5344CB8AC3E}">
        <p14:creationId xmlns:p14="http://schemas.microsoft.com/office/powerpoint/2010/main" val="85333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CB9D1-303C-A794-8267-3002AE665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FDA6B9-1DF0-248A-F99C-4B1394543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6508"/>
            <a:ext cx="10515600" cy="3489571"/>
          </a:xfrm>
        </p:spPr>
      </p:pic>
    </p:spTree>
    <p:extLst>
      <p:ext uri="{BB962C8B-B14F-4D97-AF65-F5344CB8AC3E}">
        <p14:creationId xmlns:p14="http://schemas.microsoft.com/office/powerpoint/2010/main" val="2243604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2E49-EFD8-ECDC-8A84-DB0C3270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1785F7-96A3-66E0-1A5E-28CEE1F4E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339" y="1825625"/>
            <a:ext cx="4301322" cy="4351338"/>
          </a:xfrm>
        </p:spPr>
      </p:pic>
    </p:spTree>
    <p:extLst>
      <p:ext uri="{BB962C8B-B14F-4D97-AF65-F5344CB8AC3E}">
        <p14:creationId xmlns:p14="http://schemas.microsoft.com/office/powerpoint/2010/main" val="2353070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277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Mulish</vt:lpstr>
      <vt:lpstr>Nunito</vt:lpstr>
      <vt:lpstr>Office Theme</vt:lpstr>
      <vt:lpstr>DIVIDE AND CONQUER</vt:lpstr>
      <vt:lpstr>What is convex hull problem?</vt:lpstr>
      <vt:lpstr>PowerPoint Presentation</vt:lpstr>
      <vt:lpstr>PowerPoint Presentation</vt:lpstr>
      <vt:lpstr>PowerPoint Presentation</vt:lpstr>
      <vt:lpstr>MERGING OF TWO CONVEX HULLS</vt:lpstr>
      <vt:lpstr>PowerPoint Presentation</vt:lpstr>
      <vt:lpstr>PowerPoint Presentation</vt:lpstr>
      <vt:lpstr>PowerPoint Presentation</vt:lpstr>
      <vt:lpstr>Final Convex Hull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 AND CONQUER</dc:title>
  <dc:creator>Anjaly Aneesh</dc:creator>
  <cp:lastModifiedBy>Anjaly Aneesh</cp:lastModifiedBy>
  <cp:revision>8</cp:revision>
  <dcterms:created xsi:type="dcterms:W3CDTF">2024-03-13T04:58:03Z</dcterms:created>
  <dcterms:modified xsi:type="dcterms:W3CDTF">2025-02-24T05:30:42Z</dcterms:modified>
</cp:coreProperties>
</file>