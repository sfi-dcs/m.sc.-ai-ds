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626B2E9-D2E1-446B-8ECC-CFA497141471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04/07/25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0365C36-99DE-4345-AD87-7A9954D7411A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0AD4035-5CFC-48E2-A28F-ED6352E365FE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04/07/25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1685BF0-51F2-44D8-A7EC-3CA0CD82D4D6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IN" sz="6000" spc="-1" strike="noStrike">
                <a:solidFill>
                  <a:srgbClr val="000000"/>
                </a:solidFill>
                <a:latin typeface="Calibri Light"/>
              </a:rPr>
              <a:t>PIPELINING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Content Placeholder 4" descr=""/>
          <p:cNvPicPr/>
          <p:nvPr/>
        </p:nvPicPr>
        <p:blipFill>
          <a:blip r:embed="rId1"/>
          <a:stretch/>
        </p:blipFill>
        <p:spPr>
          <a:xfrm>
            <a:off x="1694160" y="388440"/>
            <a:ext cx="8306640" cy="567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Content Placeholder 4" descr=""/>
          <p:cNvPicPr/>
          <p:nvPr/>
        </p:nvPicPr>
        <p:blipFill>
          <a:blip r:embed="rId1"/>
          <a:stretch/>
        </p:blipFill>
        <p:spPr>
          <a:xfrm>
            <a:off x="1842480" y="388800"/>
            <a:ext cx="8265600" cy="57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Content Placeholder 4" descr=""/>
          <p:cNvPicPr/>
          <p:nvPr/>
        </p:nvPicPr>
        <p:blipFill>
          <a:blip r:embed="rId1"/>
          <a:stretch/>
        </p:blipFill>
        <p:spPr>
          <a:xfrm>
            <a:off x="1570320" y="259200"/>
            <a:ext cx="8601840" cy="580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4" descr=""/>
          <p:cNvPicPr/>
          <p:nvPr/>
        </p:nvPicPr>
        <p:blipFill>
          <a:blip r:embed="rId1"/>
          <a:stretch/>
        </p:blipFill>
        <p:spPr>
          <a:xfrm>
            <a:off x="1965960" y="477720"/>
            <a:ext cx="8404200" cy="569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Content Placeholder 4" descr=""/>
          <p:cNvPicPr/>
          <p:nvPr/>
        </p:nvPicPr>
        <p:blipFill>
          <a:blip r:embed="rId1"/>
          <a:stretch/>
        </p:blipFill>
        <p:spPr>
          <a:xfrm>
            <a:off x="1765800" y="214200"/>
            <a:ext cx="8258400" cy="59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Content Placeholder 4" descr=""/>
          <p:cNvPicPr/>
          <p:nvPr/>
        </p:nvPicPr>
        <p:blipFill>
          <a:blip r:embed="rId1"/>
          <a:stretch/>
        </p:blipFill>
        <p:spPr>
          <a:xfrm>
            <a:off x="1832040" y="349200"/>
            <a:ext cx="8278200" cy="582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Content Placeholder 4" descr=""/>
          <p:cNvPicPr/>
          <p:nvPr/>
        </p:nvPicPr>
        <p:blipFill>
          <a:blip r:embed="rId1"/>
          <a:stretch/>
        </p:blipFill>
        <p:spPr>
          <a:xfrm>
            <a:off x="1768680" y="309600"/>
            <a:ext cx="8710920" cy="586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Content Placeholder 4" descr=""/>
          <p:cNvPicPr/>
          <p:nvPr/>
        </p:nvPicPr>
        <p:blipFill>
          <a:blip r:embed="rId1"/>
          <a:stretch/>
        </p:blipFill>
        <p:spPr>
          <a:xfrm>
            <a:off x="1977480" y="567000"/>
            <a:ext cx="8240760" cy="554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Content Placeholder 4" descr=""/>
          <p:cNvPicPr/>
          <p:nvPr/>
        </p:nvPicPr>
        <p:blipFill>
          <a:blip r:embed="rId1"/>
          <a:stretch/>
        </p:blipFill>
        <p:spPr>
          <a:xfrm>
            <a:off x="1470960" y="380880"/>
            <a:ext cx="8321040" cy="579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Content Placeholder 4" descr=""/>
          <p:cNvPicPr/>
          <p:nvPr/>
        </p:nvPicPr>
        <p:blipFill>
          <a:blip r:embed="rId1"/>
          <a:stretch/>
        </p:blipFill>
        <p:spPr>
          <a:xfrm>
            <a:off x="1240560" y="402840"/>
            <a:ext cx="8551440" cy="564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Content Placeholder 4" descr=""/>
          <p:cNvPicPr/>
          <p:nvPr/>
        </p:nvPicPr>
        <p:blipFill>
          <a:blip r:embed="rId1"/>
          <a:stretch/>
        </p:blipFill>
        <p:spPr>
          <a:xfrm>
            <a:off x="2094120" y="635400"/>
            <a:ext cx="7586280" cy="581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Content Placeholder 4" descr=""/>
          <p:cNvPicPr/>
          <p:nvPr/>
        </p:nvPicPr>
        <p:blipFill>
          <a:blip r:embed="rId1"/>
          <a:stretch/>
        </p:blipFill>
        <p:spPr>
          <a:xfrm>
            <a:off x="1946520" y="591120"/>
            <a:ext cx="7896960" cy="534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Content Placeholder 4" descr=""/>
          <p:cNvPicPr/>
          <p:nvPr/>
        </p:nvPicPr>
        <p:blipFill>
          <a:blip r:embed="rId1"/>
          <a:stretch/>
        </p:blipFill>
        <p:spPr>
          <a:xfrm>
            <a:off x="1661760" y="341280"/>
            <a:ext cx="8189640" cy="619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Content Placeholder 4" descr=""/>
          <p:cNvPicPr/>
          <p:nvPr/>
        </p:nvPicPr>
        <p:blipFill>
          <a:blip r:embed="rId1"/>
          <a:stretch/>
        </p:blipFill>
        <p:spPr>
          <a:xfrm>
            <a:off x="1526760" y="360720"/>
            <a:ext cx="8047080" cy="572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Application>LibreOffice/7.0.4.2$Linux_X86_64 LibreOffice_project/00$Build-2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2024-03-18T06:15:14Z</dcterms:created>
  <dc:creator>Anjaly Aneesh</dc:creator>
  <dc:description/>
  <dc:language>en-US</dc:language>
  <cp:lastModifiedBy/>
  <dcterms:modified xsi:type="dcterms:W3CDTF">2025-07-04T19:28:02Z</dcterms:modified>
  <cp:revision>4</cp:revision>
  <dc:subject/>
  <dc:title>PIPELINING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16</vt:r8>
  </property>
</Properties>
</file>