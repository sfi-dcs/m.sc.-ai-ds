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B976-B6C0-9AED-5447-2F93758B0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B55F-0C42-2736-0BC0-9CF3E5EDC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865A0-0AEB-EE4B-D2B9-32FC3DED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D4F67-2317-F3E1-8D97-6EE47197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3BAEA-2815-6EF4-A974-B2338511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0567-2E1E-C20C-618E-E1E58A0D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34B2-D970-E52A-6824-3B355EE9C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B026-9F6A-638E-962E-C33C2272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FB144-37D3-90C1-EE28-B0A51DF4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FA393-AE80-6879-5EF9-E0810091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4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2862-B592-49E7-FCB0-F52472FF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B6454-80C5-AAA8-7CBB-386926419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EFD02-DC8F-6518-D707-21A8E5E1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20640-6925-E34D-2015-ECC7093D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998E1-4228-5B39-C176-5E2910DC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7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2705-8C2B-2303-7A2B-3892FB2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0C01-BB30-718F-EDCF-401874658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8AF78-0BC9-264C-6842-1E51DCF7A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2ADE2-F0D7-1612-AEE8-FE201F3C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92AA2-76AF-AA86-C58E-68D2A19E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E736B-72E4-21CA-03B3-0884B2FC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862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896B-02CF-4A13-C5E2-6B695997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A1D9A-7808-CF41-043F-8E6A27110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41124-2C2B-C4CB-136E-23F834B00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A3542-5721-507E-E509-17B7E423C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A61AB-F45F-0628-E991-596B47B9C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64157-84AC-6670-0A78-F6A2D883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72788-A333-9E2C-DC23-EAF3BB2B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0F744-6B14-75B6-4A43-0B2D7CB4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1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A75A-0B8B-CBF2-AA32-246E7B7B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E6A73-995F-C72C-F09D-6527BD807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9BB5D-A437-8F87-2532-7C206478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59FC4-1F49-5133-D3D3-C2661692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76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3DD84-91C4-2C16-460C-09415271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88730-0AC8-0EE3-294B-7C0BEE6D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F5482-B0D4-2FDB-89D2-083D789C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69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3589-922E-4A01-C26A-D6778509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DE89-931E-0AC0-5D02-E4C15608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12DD2-C7A0-6739-A943-092513158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F950F-DB30-E59E-1B2B-DE29CDB7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EF6CB-7B6D-16F6-8FCB-D0D5B64A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7ADEE-06F3-D134-0179-144C2B66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908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C7BB-C362-A16D-28C9-C0D72F3F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96403-46FB-1574-1AAA-8DD3757D0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0E60D-01F4-EB61-D166-8B58AE26A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FFA77-EF6F-51F0-849A-8828D6D9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18DF5-6149-DC23-7C2B-2B17A0D7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91083-2CC0-AC74-7E06-6F40DDE4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77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5D53-6251-3C08-D477-BB35293B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6692D-383B-0912-0B84-A79CA0E7C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C753A-4C6B-A1AE-B81F-4F85B8E2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E44D6-A16B-3811-248F-40621606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2EF32-19E2-A99A-BF65-8D6DBB40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31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86093-17B4-19C4-F78E-AE8EEFCCB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FFBC-C93B-B6A2-90D8-087E551B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FE51-2824-1490-D705-DA80CA03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96348-2C6E-7FF5-686A-DEFC96B0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07CAB-C567-D604-6242-963E50A7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43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FA6A3-226F-E3C1-7316-A15B3886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EDF0-EC9E-FAFB-2BC5-EF536B4FC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FCF25-C487-5308-A60D-7D8FBD925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CE72D-E562-4014-A6B0-CCFCBAFACC2B}" type="datetimeFigureOut">
              <a:rPr lang="en-IN" smtClean="0"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3ADCD-387C-1824-6C04-4EEEDFE44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6435-8B06-3A02-647F-D3A91A3F1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7149C-D1CD-4C17-8CEF-51F31E98E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95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5EF60-AC82-72C6-8C24-D318E0005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ALGORITHMS FOR PARALLEL COMPUTERS</a:t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89FD2-7404-8A86-A47E-E62341E4BD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36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31CE-747C-2932-4A61-6512ABF9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PRAM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56AD0-51E0-F98B-3124-6B9EC4372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77" y="1311965"/>
            <a:ext cx="10892624" cy="5279666"/>
          </a:xfrm>
        </p:spPr>
        <p:txBody>
          <a:bodyPr/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order to study parallel algorithms, we must choose an appropriate model for parallel computing.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parallel random-access machine, or PRAM model.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Many parallel algorithms for arrays, lists, trees, and graphs can be easily described in the PRAM model.</a:t>
            </a:r>
          </a:p>
          <a:p>
            <a:pPr marL="0" indent="0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64A64-97E3-5AF3-66DC-737F4D64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657" y="3189261"/>
            <a:ext cx="2972985" cy="298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4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53DD-E336-E27C-0446-48F46443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270344"/>
            <a:ext cx="11449879" cy="6233823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There are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ordinary (serial) processors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P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. . . 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P</a:t>
            </a:r>
            <a:r>
              <a:rPr lang="en-US" b="0" i="1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-1 that have as storage a shared, global memory.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 processors can read from or write to the global memory "in parallel" (at the same time).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processors can also perform various arithmetic and logical operations in parallel.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key assumption regarding algorithmic performance in the PRAM model is that running time can be measured as the number of parallel memory accesses an algorithm performs.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assumption is a straight- forward generalization of the ordinary RAM model, in which the number of memory accesses is asymptotically as good as any other measure of running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6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6241-2125-558E-CEDC-1B6AA2852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6850" cy="986597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Concurrent versus exclusive memory accesses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A29D2-F2FE-965D-1D81-E8A34E53F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" y="1828800"/>
            <a:ext cx="11386267" cy="4826442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 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concurrent-read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algorithm is a PRAM algorithm during whose execution multiple processors can read from the same location of shared memory at the same time.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 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exclusive-read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algorithm is a PRAM algorithm in which no two processors ever read the same memory location at the same time.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D9C97-A05B-72D9-D642-E48738BDB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39" y="4318650"/>
            <a:ext cx="5189670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9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84C9-2C3A-B430-EFCC-DB2B12A7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32" y="461176"/>
            <a:ext cx="10852868" cy="5715787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Of these types of algorithms, the extremes--EREW and CRCW--are the most popular.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PRAM that supports only EREW algorithms is called an 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EREW PRAM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and one that supports CRCW algorithms is called a </a:t>
            </a:r>
            <a:r>
              <a:rPr lang="en-US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CRCW PRAM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CRCW PRAM can, of course, execute EREW algorithms, but an EREW PRAM cannot directly support the concurrent memory accesses required in CRCW algorithms.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underlying hardware of an EREW PRAM is relatively simple, and therefore fast, because it needn't handle conflicting memory reads and writes. </a:t>
            </a:r>
          </a:p>
        </p:txBody>
      </p:sp>
    </p:spTree>
    <p:extLst>
      <p:ext uri="{BB962C8B-B14F-4D97-AF65-F5344CB8AC3E}">
        <p14:creationId xmlns:p14="http://schemas.microsoft.com/office/powerpoint/2010/main" val="112188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56C73-144F-C2E2-FAB2-AFB1CE1A4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06" y="270344"/>
            <a:ext cx="11608904" cy="6281531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When multiple processors write to the same location in a CRCW algorithm, the effect of the parallel write need additional elaboration.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33984F-0FFC-1416-3381-879BBD4E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39" y="1319022"/>
            <a:ext cx="9342930" cy="15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7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E723-A324-77B6-63B0-76DD1891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Pointer jumping</a:t>
            </a:r>
            <a:b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4E13-0947-0442-B397-39367DDD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665" y="1184744"/>
            <a:ext cx="11171583" cy="5308131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Pointer jumping provides a fast way to manipulate lists in parallel.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 of the algorithms in this section are EREW algorithms: no concurrent accesses to global memory are required.</a:t>
            </a:r>
          </a:p>
          <a:p>
            <a:pPr marL="0" indent="0" algn="l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 ranking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 can store a list in a PRAM much as we store lists in an ordinary RAM.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operate on list objects in parallel, however, it is convenient to assign a "responsible" processor to each object.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 shall assume that there are as many processors as list objects, and that the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processor is responsible for the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object.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66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9FB5-2941-6E88-6661-84E6F4FF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1" y="294198"/>
            <a:ext cx="11410122" cy="588276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Suppose that we are given a singly linked list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with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objects and wish to compute, for each object in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its distance from the end of the list. More formally, if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next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the pointer field, we wish to compute a value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[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] for each object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in the list such that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One solution to the list-ranking problem is simply to propagate distances back from the end of the list.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method takes </a:t>
            </a:r>
            <a:r>
              <a:rPr lang="el-G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θ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(n) times , since the kth object from the end before it can determine its own.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This solution is essentially a serial algorithm.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3A6AD-3F65-3EE3-738C-F076654D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975" y="2189052"/>
            <a:ext cx="5128704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A1A8C-2878-2483-6A9D-66D00F926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228" y="283827"/>
            <a:ext cx="11218862" cy="5251857"/>
          </a:xfrm>
        </p:spPr>
      </p:pic>
    </p:spTree>
    <p:extLst>
      <p:ext uri="{BB962C8B-B14F-4D97-AF65-F5344CB8AC3E}">
        <p14:creationId xmlns:p14="http://schemas.microsoft.com/office/powerpoint/2010/main" val="354344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2492E8-81FB-F505-A8D3-17C61D3E8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474" y="847900"/>
            <a:ext cx="10156232" cy="5234848"/>
          </a:xfrm>
        </p:spPr>
      </p:pic>
    </p:spTree>
    <p:extLst>
      <p:ext uri="{BB962C8B-B14F-4D97-AF65-F5344CB8AC3E}">
        <p14:creationId xmlns:p14="http://schemas.microsoft.com/office/powerpoint/2010/main" val="339828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B1A66-0331-22C3-A2F9-192DAC13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6E17-B879-CF20-7ED3-AB9E3D9C0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08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</TotalTime>
  <Words>570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ALGORITHMS FOR PARALLEL COMPUTERS </vt:lpstr>
      <vt:lpstr>PRAM MODEL</vt:lpstr>
      <vt:lpstr>PowerPoint Presentation</vt:lpstr>
      <vt:lpstr>Concurrent versus exclusive memory accesses</vt:lpstr>
      <vt:lpstr>PowerPoint Presentation</vt:lpstr>
      <vt:lpstr>PowerPoint Presentation</vt:lpstr>
      <vt:lpstr> Pointer jumping  </vt:lpstr>
      <vt:lpstr>PowerPoint Presentation</vt:lpstr>
      <vt:lpstr>PowerPoint Presentation</vt:lpstr>
      <vt:lpstr>PowerPoint Presentation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PARALLEL COMPUTERS </dc:title>
  <dc:creator>Anjaly Aneesh</dc:creator>
  <cp:lastModifiedBy>Anjaly Aneesh</cp:lastModifiedBy>
  <cp:revision>5</cp:revision>
  <dcterms:created xsi:type="dcterms:W3CDTF">2024-02-19T06:30:00Z</dcterms:created>
  <dcterms:modified xsi:type="dcterms:W3CDTF">2025-01-28T06:27:02Z</dcterms:modified>
</cp:coreProperties>
</file>