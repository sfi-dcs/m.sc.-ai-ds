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0" r:id="rId5"/>
    <p:sldId id="259" r:id="rId6"/>
    <p:sldId id="261" r:id="rId7"/>
    <p:sldId id="266" r:id="rId8"/>
    <p:sldId id="263" r:id="rId9"/>
    <p:sldId id="268" r:id="rId10"/>
    <p:sldId id="269" r:id="rId11"/>
    <p:sldId id="264" r:id="rId12"/>
    <p:sldId id="265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0" autoAdjust="0"/>
    <p:restoredTop sz="94660"/>
  </p:normalViewPr>
  <p:slideViewPr>
    <p:cSldViewPr snapToGrid="0">
      <p:cViewPr varScale="1">
        <p:scale>
          <a:sx n="90" d="100"/>
          <a:sy n="90" d="100"/>
        </p:scale>
        <p:origin x="173" y="1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1CE5B7-AE8B-4232-947F-C3B5E9490CEF}" type="datetimeFigureOut">
              <a:rPr lang="en-IN" smtClean="0"/>
              <a:t>05-03-2025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BEC49F-EBC0-4BA0-AEF9-FB5E9D9833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73800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BEC49F-EBC0-4BA0-AEF9-FB5E9D983398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32044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F40CE-E045-46CE-CF3D-249502D7D3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643BC1-85E0-78FE-3025-4D63C5BAD7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26408D-9C52-1C31-C14F-2C64CFF23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34CC3-F793-4E1F-8057-C9637243BE0F}" type="datetimeFigureOut">
              <a:rPr lang="en-IN" smtClean="0"/>
              <a:t>05-03-2025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DB41B-F3A6-6B3D-D862-CD48C1161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766266-275A-76D3-1670-381D50E56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217A8-5726-4FC5-8944-600EB8186B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069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430BC-CE44-39FC-BBD5-17FAD2803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F79683-61D9-D00C-7311-D359B5E352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B3448E-0D98-3091-DA1D-D94967FC2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34CC3-F793-4E1F-8057-C9637243BE0F}" type="datetimeFigureOut">
              <a:rPr lang="en-IN" smtClean="0"/>
              <a:t>05-03-2025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44E54C-677B-B641-D7FF-C3DC99D74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CBE30F-AA26-5340-EC79-7B92B013F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217A8-5726-4FC5-8944-600EB8186B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19451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C8AB0-42AE-AA1E-8ABC-02D118925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4979E7-145E-414C-3B7F-1D88AE2F4D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6FF149-0B30-82AE-A7BE-7930FAA29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34CC3-F793-4E1F-8057-C9637243BE0F}" type="datetimeFigureOut">
              <a:rPr lang="en-IN" smtClean="0"/>
              <a:t>05-03-2025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55F339-80EE-DC09-2033-70F44B7D7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A29AFA-C453-E71C-5495-449CFBF35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217A8-5726-4FC5-8944-600EB8186B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06091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79BC9-E8D0-1F52-09F3-96F961846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F58572-4B64-4DFF-D72C-3DE69EDA79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C64277-1158-B354-7072-6FB1A8BEE5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E5A457-D712-922E-BF93-D7D06EAA6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34CC3-F793-4E1F-8057-C9637243BE0F}" type="datetimeFigureOut">
              <a:rPr lang="en-IN" smtClean="0"/>
              <a:t>05-03-2025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752003-501F-FD59-3591-8B31893EB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ECD23C-349A-9466-4734-EDE9B9428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217A8-5726-4FC5-8944-600EB8186B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4038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29797-D37E-2B94-3843-BC0D0BA4B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50E894-CFB8-797D-B57B-F89D4FF9BC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06D6FB-ED10-F551-3ACE-FAF75703F1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7421F7-CB5E-3543-535D-A10EB91570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87746A-B430-5D77-20E4-BC8A31E041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97B11D-06A0-0925-C754-91B449C3E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34CC3-F793-4E1F-8057-C9637243BE0F}" type="datetimeFigureOut">
              <a:rPr lang="en-IN" smtClean="0"/>
              <a:t>05-03-2025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BADAB0-A8D1-7A1F-DA91-44AB95774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C77532-87D7-D7AE-20D6-4D8EF6B47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217A8-5726-4FC5-8944-600EB8186B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15194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7074A-8312-0327-641E-4C00AEFD2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88107E-1AB5-1693-84D1-3837E8C28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34CC3-F793-4E1F-8057-C9637243BE0F}" type="datetimeFigureOut">
              <a:rPr lang="en-IN" smtClean="0"/>
              <a:t>05-03-2025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A742C3-8923-ADCE-88EF-76DD88E43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CDBC50-B712-3576-BCA2-C6BBA7FF9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217A8-5726-4FC5-8944-600EB8186B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5474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502D68-C052-4C28-EE14-8594FFD2B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34CC3-F793-4E1F-8057-C9637243BE0F}" type="datetimeFigureOut">
              <a:rPr lang="en-IN" smtClean="0"/>
              <a:t>05-03-2025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F7482F-2F55-704A-5CB9-6C0637E54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411515-705B-2FF6-9123-36A0F53F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217A8-5726-4FC5-8944-600EB8186B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42751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FDA98-FFF2-7DA3-492B-9B59B93D0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DE853B-566E-DA5E-1B59-1A830C1DE6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088476-1883-34D3-17D5-C56D945251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8739B0-8C20-B02C-0467-A9515EB87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34CC3-F793-4E1F-8057-C9637243BE0F}" type="datetimeFigureOut">
              <a:rPr lang="en-IN" smtClean="0"/>
              <a:t>05-03-2025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DA4114-8477-3D82-27B0-BA2C61401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ABB1D9-24B0-496E-9173-7B1848F1D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217A8-5726-4FC5-8944-600EB8186B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12333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7685D-6F90-3C21-A0F5-2F3048606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00F593-738A-5C69-DABB-3103F60472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207B5A-132D-80CE-84B0-326E73D90E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5425CD-66FC-32EC-DA0C-DB8F465F7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34CC3-F793-4E1F-8057-C9637243BE0F}" type="datetimeFigureOut">
              <a:rPr lang="en-IN" smtClean="0"/>
              <a:t>05-03-2025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3155B2-CCFB-7500-8E0A-CCF041B58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A7976F-63FD-D36C-55FF-17BE11278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217A8-5726-4FC5-8944-600EB8186B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3280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86DCE-679E-200A-73A6-6F9B9F8E7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2F4ADE-7462-6A40-41FB-9884597146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8A349F-71CE-7E0D-2D18-59210831A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34CC3-F793-4E1F-8057-C9637243BE0F}" type="datetimeFigureOut">
              <a:rPr lang="en-IN" smtClean="0"/>
              <a:t>05-03-2025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48BD8D-51D2-C550-1F5D-D81DA457B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00B5F0-B34D-BD17-5AB7-E4DE32F23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217A8-5726-4FC5-8944-600EB8186B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1883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61EE74-0A6C-1E5A-1F6C-F867519110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1546A3-8D29-E05F-7885-C61B764976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AEF179-CFA2-086D-C520-67CD8DE7A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34CC3-F793-4E1F-8057-C9637243BE0F}" type="datetimeFigureOut">
              <a:rPr lang="en-IN" smtClean="0"/>
              <a:t>05-03-2025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00DD78-E06C-1A03-9304-E4C9CFD0B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287379-39D3-7621-0F57-3021A1E6D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217A8-5726-4FC5-8944-600EB8186B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58721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6D8190-8378-9930-F1EE-9CC31BD4E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583CB7-ACAC-690B-D1A9-2488098A58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71A4FE-1706-C334-F38E-A251E3A105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B34CC3-F793-4E1F-8057-C9637243BE0F}" type="datetimeFigureOut">
              <a:rPr lang="en-IN" smtClean="0"/>
              <a:t>05-03-2025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3CF52E-7F60-A085-7AF2-F3D8DDB5BD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FC567C-F730-121F-1DF1-BD0DAEA0D5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4217A8-5726-4FC5-8944-600EB8186B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8329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CEFBA-262B-59A6-7962-C6F9FAF4D2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7800" y="1515979"/>
            <a:ext cx="9296400" cy="3293395"/>
          </a:xfrm>
        </p:spPr>
        <p:txBody>
          <a:bodyPr>
            <a:normAutofit fontScale="90000"/>
          </a:bodyPr>
          <a:lstStyle/>
          <a:p>
            <a:r>
              <a:rPr lang="en-US" dirty="0"/>
              <a:t>Shared Memory (OpenMP) and Message-Passing (MPI/PVM) Models: Dynamic Process Creation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638872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28A05D-72FC-8FB5-9FF8-1D09A2389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644" y="315884"/>
            <a:ext cx="10672156" cy="5861079"/>
          </a:xfrm>
        </p:spPr>
        <p:txBody>
          <a:bodyPr/>
          <a:lstStyle/>
          <a:p>
            <a:r>
              <a:rPr lang="en-US" dirty="0"/>
              <a:t>Parallel computing models allow multiple processes to execute concurrently and communicate with each other. </a:t>
            </a:r>
          </a:p>
          <a:p>
            <a:r>
              <a:rPr lang="en-US" dirty="0"/>
              <a:t>Two widely used models for parallel programming are </a:t>
            </a:r>
            <a:r>
              <a:rPr lang="en-US" b="1" dirty="0"/>
              <a:t>Shared Memory (OpenMP)</a:t>
            </a:r>
            <a:r>
              <a:rPr lang="en-US" dirty="0"/>
              <a:t> and </a:t>
            </a:r>
            <a:r>
              <a:rPr lang="en-US" b="1" dirty="0"/>
              <a:t>Message-Passing (MPI/PVM)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924033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94500-EC63-B64B-CCB8-ECEA1B56F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Shared Memory Model (OpenMP)</a:t>
            </a:r>
            <a:br>
              <a:rPr lang="en-IN" b="1" dirty="0"/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3E7701E-A667-747F-EBCB-76B5D5D525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73680" y="1579864"/>
            <a:ext cx="9545382" cy="3698271"/>
          </a:xfrm>
        </p:spPr>
      </p:pic>
    </p:spTree>
    <p:extLst>
      <p:ext uri="{BB962C8B-B14F-4D97-AF65-F5344CB8AC3E}">
        <p14:creationId xmlns:p14="http://schemas.microsoft.com/office/powerpoint/2010/main" val="3475031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B78E3-E003-9E9E-74E8-5FC089059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Process Creation in OpenMP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AB60A62-AE50-4BA2-7096-90A2DDF6C4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54975" y="1509741"/>
            <a:ext cx="8809755" cy="385196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A35550C-2FC9-7F56-7124-09F5B5F81B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8280" y="5549768"/>
            <a:ext cx="8154538" cy="943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27226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158298B-1246-2E71-0C83-F95248146C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5721" y="610633"/>
            <a:ext cx="10780558" cy="3221534"/>
          </a:xfrm>
        </p:spPr>
      </p:pic>
    </p:spTree>
    <p:extLst>
      <p:ext uri="{BB962C8B-B14F-4D97-AF65-F5344CB8AC3E}">
        <p14:creationId xmlns:p14="http://schemas.microsoft.com/office/powerpoint/2010/main" val="8389357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2761C-D097-07F6-0A35-55017E18D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Message-Passing Model (MPI/PVM)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364BC8D-14A7-82D8-B47D-0746584F6F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80061" y="1690687"/>
            <a:ext cx="10294340" cy="4585421"/>
          </a:xfrm>
        </p:spPr>
      </p:pic>
    </p:spTree>
    <p:extLst>
      <p:ext uri="{BB962C8B-B14F-4D97-AF65-F5344CB8AC3E}">
        <p14:creationId xmlns:p14="http://schemas.microsoft.com/office/powerpoint/2010/main" val="20497377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E0037-D34F-1E4D-855B-E1EA2768A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Process Creation in MPI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473D4AE-9BDB-128E-0325-FF819F6CD3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32025" y="1690688"/>
            <a:ext cx="9612066" cy="628738"/>
          </a:xfr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A7FFF1F-6F0C-3BE0-D200-6340643C56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938" y="2739988"/>
            <a:ext cx="9777153" cy="905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4502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8DEB1A-D9CC-F6C0-CE08-5424E7B25C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0821" y="116378"/>
            <a:ext cx="11446625" cy="6317673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dirty="0"/>
              <a:t>#include &lt;</a:t>
            </a:r>
            <a:r>
              <a:rPr lang="en-IN" dirty="0" err="1"/>
              <a:t>mpi.h</a:t>
            </a:r>
            <a:r>
              <a:rPr lang="en-IN" dirty="0"/>
              <a:t>&gt;</a:t>
            </a:r>
          </a:p>
          <a:p>
            <a:pPr marL="0" indent="0">
              <a:buNone/>
            </a:pPr>
            <a:r>
              <a:rPr lang="en-IN" dirty="0"/>
              <a:t>#include &lt;</a:t>
            </a:r>
            <a:r>
              <a:rPr lang="en-IN" dirty="0" err="1"/>
              <a:t>stdio.h</a:t>
            </a:r>
            <a:r>
              <a:rPr lang="en-IN" dirty="0"/>
              <a:t>&gt;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int main(int </a:t>
            </a:r>
            <a:r>
              <a:rPr lang="en-IN" dirty="0" err="1"/>
              <a:t>argc</a:t>
            </a:r>
            <a:r>
              <a:rPr lang="en-IN" dirty="0"/>
              <a:t>, char *</a:t>
            </a:r>
            <a:r>
              <a:rPr lang="en-IN" dirty="0" err="1"/>
              <a:t>argv</a:t>
            </a:r>
            <a:r>
              <a:rPr lang="en-IN" dirty="0"/>
              <a:t>[]) {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MPI_Init</a:t>
            </a:r>
            <a:r>
              <a:rPr lang="en-IN" dirty="0"/>
              <a:t>(&amp;</a:t>
            </a:r>
            <a:r>
              <a:rPr lang="en-IN" dirty="0" err="1"/>
              <a:t>argc</a:t>
            </a:r>
            <a:r>
              <a:rPr lang="en-IN" dirty="0"/>
              <a:t>, &amp;</a:t>
            </a:r>
            <a:r>
              <a:rPr lang="en-IN" dirty="0" err="1"/>
              <a:t>argv</a:t>
            </a:r>
            <a:r>
              <a:rPr lang="en-IN" dirty="0"/>
              <a:t>);</a:t>
            </a:r>
          </a:p>
          <a:p>
            <a:pPr marL="0" indent="0">
              <a:buNone/>
            </a:pPr>
            <a:r>
              <a:rPr lang="en-IN" dirty="0"/>
              <a:t>    </a:t>
            </a:r>
          </a:p>
          <a:p>
            <a:pPr marL="0" indent="0">
              <a:buNone/>
            </a:pPr>
            <a:r>
              <a:rPr lang="en-IN" dirty="0"/>
              <a:t>    int </a:t>
            </a:r>
            <a:r>
              <a:rPr lang="en-IN" dirty="0" err="1"/>
              <a:t>world_size</a:t>
            </a:r>
            <a:r>
              <a:rPr lang="en-IN" dirty="0"/>
              <a:t>, </a:t>
            </a:r>
            <a:r>
              <a:rPr lang="en-IN" dirty="0" err="1"/>
              <a:t>world_rank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MPI_Comm_size</a:t>
            </a:r>
            <a:r>
              <a:rPr lang="en-IN" dirty="0"/>
              <a:t>(MPI_COMM_WORLD, &amp;</a:t>
            </a:r>
            <a:r>
              <a:rPr lang="en-IN" dirty="0" err="1"/>
              <a:t>world_size</a:t>
            </a:r>
            <a:r>
              <a:rPr lang="en-IN" dirty="0"/>
              <a:t>);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MPI_Comm_rank</a:t>
            </a:r>
            <a:r>
              <a:rPr lang="en-IN" dirty="0"/>
              <a:t>(MPI_COMM_WORLD, &amp;</a:t>
            </a:r>
            <a:r>
              <a:rPr lang="en-IN" dirty="0" err="1"/>
              <a:t>world_rank</a:t>
            </a:r>
            <a:r>
              <a:rPr lang="en-IN" dirty="0"/>
              <a:t>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if (</a:t>
            </a:r>
            <a:r>
              <a:rPr lang="en-IN" dirty="0" err="1"/>
              <a:t>world_rank</a:t>
            </a:r>
            <a:r>
              <a:rPr lang="en-IN" dirty="0"/>
              <a:t> == 0) {</a:t>
            </a:r>
          </a:p>
          <a:p>
            <a:pPr marL="0" indent="0">
              <a:buNone/>
            </a:pPr>
            <a:r>
              <a:rPr lang="en-IN" dirty="0"/>
              <a:t>        // Master process dynamically spawns worker processes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MPI_Comm</a:t>
            </a:r>
            <a:r>
              <a:rPr lang="en-IN" dirty="0"/>
              <a:t> </a:t>
            </a:r>
            <a:r>
              <a:rPr lang="en-IN" dirty="0" err="1"/>
              <a:t>inter_comm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MPI_Comm_spawn</a:t>
            </a:r>
            <a:r>
              <a:rPr lang="en-IN" dirty="0"/>
              <a:t>("worker", MPI_ARGV_NULL, 2, MPI_INFO_NULL, 0, MPI_COMM_WORLD, &amp;</a:t>
            </a:r>
            <a:r>
              <a:rPr lang="en-IN" dirty="0" err="1"/>
              <a:t>inter_comm</a:t>
            </a:r>
            <a:r>
              <a:rPr lang="en-IN" dirty="0"/>
              <a:t>, MPI_ERRCODES_IGNORE);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printf</a:t>
            </a:r>
            <a:r>
              <a:rPr lang="en-IN" dirty="0"/>
              <a:t>("Process %d out of %d says hello!\n", </a:t>
            </a:r>
            <a:r>
              <a:rPr lang="en-IN" dirty="0" err="1"/>
              <a:t>world_rank</a:t>
            </a:r>
            <a:r>
              <a:rPr lang="en-IN" dirty="0"/>
              <a:t>, </a:t>
            </a:r>
            <a:r>
              <a:rPr lang="en-IN" dirty="0" err="1"/>
              <a:t>world_size</a:t>
            </a:r>
            <a:r>
              <a:rPr lang="en-IN" dirty="0"/>
              <a:t>);</a:t>
            </a:r>
          </a:p>
          <a:p>
            <a:pPr marL="0" indent="0">
              <a:buNone/>
            </a:pPr>
            <a:r>
              <a:rPr lang="en-IN" dirty="0"/>
              <a:t>    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MPI_Finalize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    return 0;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281160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92692EF-9355-FB04-875F-1716F2EC63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11340" y="571440"/>
            <a:ext cx="9288171" cy="1057423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2C3F62C-A48B-B9A0-2FE1-0F47AF1A7C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225" y="1565325"/>
            <a:ext cx="9821646" cy="465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4584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7D6F375-1A35-CE92-28B6-A338CC6C82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6417" y="323585"/>
            <a:ext cx="9116697" cy="1324160"/>
          </a:xfrm>
        </p:spPr>
      </p:pic>
    </p:spTree>
    <p:extLst>
      <p:ext uri="{BB962C8B-B14F-4D97-AF65-F5344CB8AC3E}">
        <p14:creationId xmlns:p14="http://schemas.microsoft.com/office/powerpoint/2010/main" val="15557208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8FC6D-6133-8089-49BE-ECAAE43DA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Process Creation in PVM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3741673-5A47-C849-3C1F-2423D259D5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4399" y="1770611"/>
            <a:ext cx="10974605" cy="4256116"/>
          </a:xfrm>
        </p:spPr>
      </p:pic>
    </p:spTree>
    <p:extLst>
      <p:ext uri="{BB962C8B-B14F-4D97-AF65-F5344CB8AC3E}">
        <p14:creationId xmlns:p14="http://schemas.microsoft.com/office/powerpoint/2010/main" val="28348024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2DA20EB-D57C-F51A-145F-4A26547E00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4303" y="280631"/>
            <a:ext cx="10783393" cy="4913796"/>
          </a:xfrm>
        </p:spPr>
      </p:pic>
    </p:spTree>
    <p:extLst>
      <p:ext uri="{BB962C8B-B14F-4D97-AF65-F5344CB8AC3E}">
        <p14:creationId xmlns:p14="http://schemas.microsoft.com/office/powerpoint/2010/main" val="534490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7AEDDCA-7802-A842-1E72-76DE7329B1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6992" y="1114477"/>
            <a:ext cx="10498015" cy="4629046"/>
          </a:xfrm>
        </p:spPr>
      </p:pic>
    </p:spTree>
    <p:extLst>
      <p:ext uri="{BB962C8B-B14F-4D97-AF65-F5344CB8AC3E}">
        <p14:creationId xmlns:p14="http://schemas.microsoft.com/office/powerpoint/2010/main" val="12021515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268</Words>
  <Application>Microsoft Office PowerPoint</Application>
  <PresentationFormat>Widescreen</PresentationFormat>
  <Paragraphs>30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Shared Memory (OpenMP) and Message-Passing (MPI/PVM) Models: Dynamic Process Creation</vt:lpstr>
      <vt:lpstr>PowerPoint Presentation</vt:lpstr>
      <vt:lpstr>Shared Memory Model (OpenMP) </vt:lpstr>
      <vt:lpstr>Dynamic Process Creation in OpenMP</vt:lpstr>
      <vt:lpstr>PowerPoint Presentation</vt:lpstr>
      <vt:lpstr>Message-Passing Model (MPI/PVM)</vt:lpstr>
      <vt:lpstr>Dynamic Process Creation in MPI</vt:lpstr>
      <vt:lpstr>PowerPoint Presentation</vt:lpstr>
      <vt:lpstr>PowerPoint Presentation</vt:lpstr>
      <vt:lpstr>PowerPoint Presentation</vt:lpstr>
      <vt:lpstr>Dynamic Process Creation in PVM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Anjaly Aneesh</dc:creator>
  <cp:lastModifiedBy>Anjaly Aneesh</cp:lastModifiedBy>
  <cp:revision>3</cp:revision>
  <dcterms:created xsi:type="dcterms:W3CDTF">2025-03-04T09:22:27Z</dcterms:created>
  <dcterms:modified xsi:type="dcterms:W3CDTF">2025-03-05T06:08:46Z</dcterms:modified>
</cp:coreProperties>
</file>