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33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2CA41-5242-B332-ADBB-A131A33A2F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360267-CC0F-3A13-3912-17196916D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AD893-F478-B408-CC67-69FCFC942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09475-57B3-429A-9941-B762C812C0A3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D0710-DC33-E816-116F-1152BF0A7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94BC7-FE4E-DF11-C2D9-BC29DCAA0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5B994-5033-4B9D-9D52-27EAF91F6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22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E7B85-90FE-D021-E446-47676F894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30CCE-BC4B-75C5-B90A-F1C74AA29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5FA41-3650-E170-40E8-08FEF8A62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09475-57B3-429A-9941-B762C812C0A3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ED0CA-FF64-2B63-2678-C8501ECAB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E85BD-14DA-E427-B0CF-C95065D6E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5B994-5033-4B9D-9D52-27EAF91F6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35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DF9A3-65C6-24E3-FA6E-F3651C63F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136AA-9E56-2993-9E70-51F26BC42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7895A-00D7-DCF4-4A2F-3277EF9A3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09475-57B3-429A-9941-B762C812C0A3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FCB9B-C9E7-290B-9E7B-9B2222DAE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2B588-8186-30EB-4445-BBD0711FE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5B994-5033-4B9D-9D52-27EAF91F6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659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6A1B3-BBF1-7EB2-5D28-0DD726BB8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F0644-940C-AFA0-1D3E-3CDD4F613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EFFC6-DDF8-D581-C5A8-8DE25743F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E512D-3D80-B86B-2473-938853393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09475-57B3-429A-9941-B762C812C0A3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C94DDD-A0BA-BEFD-FFE5-B5DD3634C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57CFD4-E21F-F6D0-F747-39F84B6BB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5B994-5033-4B9D-9D52-27EAF91F6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013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5747F-5254-9285-EB2F-DC062E123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EE2189-5C1E-61DA-8BC7-3D80D0F28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24651-036C-005F-F6FA-8DAF4263B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519DCD-9097-485D-FF3A-654B01A895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362DA1-E154-5C1F-630E-B4183854C4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61DC84-FD79-CBF7-9540-C41B01269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09475-57B3-429A-9941-B762C812C0A3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1DF961-E28B-E746-5065-F26D40392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2E767B-13C6-8F62-4DCA-181EF4C79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5B994-5033-4B9D-9D52-27EAF91F6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632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11DCD-4A76-DA52-04C3-DA51D6CC5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A2020-F62B-C07B-5290-095399972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09475-57B3-429A-9941-B762C812C0A3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CCDF8B-A4C8-C8FC-F94A-6234F28CE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FB4307-4AA6-BF2B-25FF-7451C3C06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5B994-5033-4B9D-9D52-27EAF91F6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512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FBBF25-B80B-D540-F29B-6CA56840C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09475-57B3-429A-9941-B762C812C0A3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C8E97-3D62-2D8C-6FA7-DBDDAB10C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9B637-7A29-C97F-A20B-5B38D66D2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5B994-5033-4B9D-9D52-27EAF91F6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326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018CB-1CCA-C4AB-C500-512E101AA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FFEAA-DE15-3EA7-8548-CD8529FC8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C081A-D99D-9B40-3450-4C03489DA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9BD7E-9235-C359-7F2B-48C8CEDD1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09475-57B3-429A-9941-B762C812C0A3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3F1BD5-E3F4-6D61-7551-02C88D61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BB4E2-B408-CB13-CF72-F31F9AE2E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5B994-5033-4B9D-9D52-27EAF91F6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305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56CAD-0B7A-091D-2BF9-7EC8170EF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136BE6-85FC-40BD-F6BE-EC97AC7248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C671B-32E9-8BD7-028A-90EDE77D0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A5388-02ED-5A56-AC76-D4E04C02A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09475-57B3-429A-9941-B762C812C0A3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7D601B-AB73-9B20-7DF6-9DF3B301F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02032-2D2C-1FA2-A275-85E317FEA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5B994-5033-4B9D-9D52-27EAF91F6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68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01BCE-9901-3B5A-7571-0FF5328DE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7DD09-94AC-FB4D-A134-963E30F3C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AB506-3DD5-C86A-E31B-D9FA08A56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09475-57B3-429A-9941-B762C812C0A3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5FFB7-3F56-5BF3-52BC-8EEDE5ED3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C1C5F-9147-259D-4ADC-0F1C6920B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5B994-5033-4B9D-9D52-27EAF91F6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81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64F278-93A9-B823-5B22-E756943B5F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A24AEF-9C2C-ACC9-E63D-AE11667D9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3F30B-1C9F-93DF-B434-07C323942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09475-57B3-429A-9941-B762C812C0A3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E5DEC-CE90-082D-6421-E1EA841D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BA521-0638-08CF-1A86-94254662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5B994-5033-4B9D-9D52-27EAF91F6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284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B4CD87-73BB-6F05-B4F4-3231B6838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8F04D9-31BE-75F5-25D1-D6DC71D59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B665F-B128-CE08-BBA0-C8A8506E57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809475-57B3-429A-9941-B762C812C0A3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7AE3F-4C8C-A98A-3563-6277EFC5F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6C999-8F07-3247-B0BC-D6A1EEA7F0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5B994-5033-4B9D-9D52-27EAF91F6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964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470B3-11C4-DE94-15C9-2B51564401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NON LINEAR DISCRIMINANT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F9390C-E4BE-E960-6036-19295963AE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135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783341-E4E4-4827-D4EA-AAD5B5452C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6897" y="407157"/>
            <a:ext cx="10947181" cy="3900891"/>
          </a:xfrm>
        </p:spPr>
      </p:pic>
    </p:spTree>
    <p:extLst>
      <p:ext uri="{BB962C8B-B14F-4D97-AF65-F5344CB8AC3E}">
        <p14:creationId xmlns:p14="http://schemas.microsoft.com/office/powerpoint/2010/main" val="686511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4FAD5B-89B4-1BCD-2D52-8E14214105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3624" y="586620"/>
            <a:ext cx="10764752" cy="5823607"/>
          </a:xfrm>
        </p:spPr>
      </p:pic>
    </p:spTree>
    <p:extLst>
      <p:ext uri="{BB962C8B-B14F-4D97-AF65-F5344CB8AC3E}">
        <p14:creationId xmlns:p14="http://schemas.microsoft.com/office/powerpoint/2010/main" val="2799588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CACB09-EFE6-50AA-EB6E-93297247D4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9360" y="452487"/>
            <a:ext cx="11057902" cy="5344997"/>
          </a:xfrm>
        </p:spPr>
      </p:pic>
    </p:spTree>
    <p:extLst>
      <p:ext uri="{BB962C8B-B14F-4D97-AF65-F5344CB8AC3E}">
        <p14:creationId xmlns:p14="http://schemas.microsoft.com/office/powerpoint/2010/main" val="3018630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093353-6029-E8E7-3946-22096C3CE9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1122" y="565680"/>
            <a:ext cx="10841810" cy="5646584"/>
          </a:xfrm>
        </p:spPr>
      </p:pic>
    </p:spTree>
    <p:extLst>
      <p:ext uri="{BB962C8B-B14F-4D97-AF65-F5344CB8AC3E}">
        <p14:creationId xmlns:p14="http://schemas.microsoft.com/office/powerpoint/2010/main" val="607604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070F5A-3AB8-1F8C-5B72-6EBBD2B328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9189" y="544966"/>
            <a:ext cx="10343866" cy="5554176"/>
          </a:xfrm>
        </p:spPr>
      </p:pic>
    </p:spTree>
    <p:extLst>
      <p:ext uri="{BB962C8B-B14F-4D97-AF65-F5344CB8AC3E}">
        <p14:creationId xmlns:p14="http://schemas.microsoft.com/office/powerpoint/2010/main" val="3522221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5573E4-E733-7049-BD4F-A415E022A4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1720" y="758440"/>
            <a:ext cx="10545647" cy="5515745"/>
          </a:xfrm>
        </p:spPr>
      </p:pic>
    </p:spTree>
    <p:extLst>
      <p:ext uri="{BB962C8B-B14F-4D97-AF65-F5344CB8AC3E}">
        <p14:creationId xmlns:p14="http://schemas.microsoft.com/office/powerpoint/2010/main" val="2802190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4F6E11-0510-7FCD-95D5-C4FA90273D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8416" y="756716"/>
            <a:ext cx="10012029" cy="4398632"/>
          </a:xfrm>
        </p:spPr>
      </p:pic>
    </p:spTree>
    <p:extLst>
      <p:ext uri="{BB962C8B-B14F-4D97-AF65-F5344CB8AC3E}">
        <p14:creationId xmlns:p14="http://schemas.microsoft.com/office/powerpoint/2010/main" val="189803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1EAEE2-F7AB-7A21-0583-401EC38BD3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6729" y="336645"/>
            <a:ext cx="10929937" cy="5951033"/>
          </a:xfrm>
        </p:spPr>
      </p:pic>
    </p:spTree>
    <p:extLst>
      <p:ext uri="{BB962C8B-B14F-4D97-AF65-F5344CB8AC3E}">
        <p14:creationId xmlns:p14="http://schemas.microsoft.com/office/powerpoint/2010/main" val="3817593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DF137C-7625-1477-16C0-9FEE5129C9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3085" y="580627"/>
            <a:ext cx="10833286" cy="5499662"/>
          </a:xfrm>
        </p:spPr>
      </p:pic>
    </p:spTree>
    <p:extLst>
      <p:ext uri="{BB962C8B-B14F-4D97-AF65-F5344CB8AC3E}">
        <p14:creationId xmlns:p14="http://schemas.microsoft.com/office/powerpoint/2010/main" val="2160524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C4D4A7-0E26-13C4-E3F3-03F71E26ED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8873" y="549428"/>
            <a:ext cx="10683547" cy="5153787"/>
          </a:xfrm>
        </p:spPr>
      </p:pic>
    </p:spTree>
    <p:extLst>
      <p:ext uri="{BB962C8B-B14F-4D97-AF65-F5344CB8AC3E}">
        <p14:creationId xmlns:p14="http://schemas.microsoft.com/office/powerpoint/2010/main" val="3676013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A8D235-7469-CEAE-74AF-CB5E91524A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0436" y="522606"/>
            <a:ext cx="10768289" cy="5812788"/>
          </a:xfrm>
        </p:spPr>
      </p:pic>
    </p:spTree>
    <p:extLst>
      <p:ext uri="{BB962C8B-B14F-4D97-AF65-F5344CB8AC3E}">
        <p14:creationId xmlns:p14="http://schemas.microsoft.com/office/powerpoint/2010/main" val="3136933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19A0A8F-4707-B604-3100-C4D58570E8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5805" y="546754"/>
            <a:ext cx="10434311" cy="5514681"/>
          </a:xfrm>
        </p:spPr>
      </p:pic>
    </p:spTree>
    <p:extLst>
      <p:ext uri="{BB962C8B-B14F-4D97-AF65-F5344CB8AC3E}">
        <p14:creationId xmlns:p14="http://schemas.microsoft.com/office/powerpoint/2010/main" val="2887374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C62F77-E154-9B89-8BEC-7129754BC1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3229" y="605577"/>
            <a:ext cx="10637728" cy="5839146"/>
          </a:xfrm>
        </p:spPr>
      </p:pic>
    </p:spTree>
    <p:extLst>
      <p:ext uri="{BB962C8B-B14F-4D97-AF65-F5344CB8AC3E}">
        <p14:creationId xmlns:p14="http://schemas.microsoft.com/office/powerpoint/2010/main" val="283562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EE7B23-FAB5-44BF-974C-1D9F807700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5058" y="445454"/>
            <a:ext cx="10650484" cy="5154068"/>
          </a:xfrm>
        </p:spPr>
      </p:pic>
    </p:spTree>
    <p:extLst>
      <p:ext uri="{BB962C8B-B14F-4D97-AF65-F5344CB8AC3E}">
        <p14:creationId xmlns:p14="http://schemas.microsoft.com/office/powerpoint/2010/main" val="409361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283E3C-20A1-E940-C1A9-8B60899FB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3666" y="879775"/>
            <a:ext cx="10836656" cy="4474649"/>
          </a:xfrm>
        </p:spPr>
      </p:pic>
    </p:spTree>
    <p:extLst>
      <p:ext uri="{BB962C8B-B14F-4D97-AF65-F5344CB8AC3E}">
        <p14:creationId xmlns:p14="http://schemas.microsoft.com/office/powerpoint/2010/main" val="733934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DFB114-A71B-9D37-44A7-FC3D457B15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8292" y="782918"/>
            <a:ext cx="10575275" cy="5429346"/>
          </a:xfrm>
        </p:spPr>
      </p:pic>
    </p:spTree>
    <p:extLst>
      <p:ext uri="{BB962C8B-B14F-4D97-AF65-F5344CB8AC3E}">
        <p14:creationId xmlns:p14="http://schemas.microsoft.com/office/powerpoint/2010/main" val="107098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</Words>
  <Application>Microsoft Office PowerPoint</Application>
  <PresentationFormat>Widescreen</PresentationFormat>
  <Paragraphs>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NON LINEAR DISCRIMINANT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Anjaly Aneesh</dc:creator>
  <cp:lastModifiedBy>Anjaly Aneesh</cp:lastModifiedBy>
  <cp:revision>2</cp:revision>
  <dcterms:created xsi:type="dcterms:W3CDTF">2024-10-07T09:51:28Z</dcterms:created>
  <dcterms:modified xsi:type="dcterms:W3CDTF">2024-10-08T07:22:41Z</dcterms:modified>
</cp:coreProperties>
</file>