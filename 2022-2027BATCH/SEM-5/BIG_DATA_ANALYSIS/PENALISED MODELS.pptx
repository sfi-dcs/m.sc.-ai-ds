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75CE-98FB-0F77-F056-B61DB82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B46B9-5E3F-1B4B-006C-5CA607AB3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458C5-D73C-1F56-D6A5-D707D6A6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602C-6C2A-5A29-64CA-DF788DE0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74E08-BC2B-A2E9-1DA7-303D4F1F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758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9B20-66FF-4DF0-936C-E69EE456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04F64-C521-419E-6344-A4FC56D19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BC6DA-D264-3860-399E-F1820FFF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4F79-2C4D-30A8-F379-58FDB6B3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EC7D9-405C-258D-E46B-3A187BF9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28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EB40-5CCC-81A8-3C50-5594D265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8216B-C27A-C9DE-B346-2B812526B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8FC67-306B-90BF-26FD-B732FBF0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4F589-63C6-48A2-962D-7347061D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8B4F8-C864-BB94-BE7C-5A7717B6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765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9DEE-1374-D4A6-007C-FB37048C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E8BC6-BCBC-4459-A73A-B9154CB91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383BF-7237-C98B-8F4C-936FCF799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4186A-5357-3428-C5ED-76599F50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C959C-0C0F-AF94-FF91-F22C5F63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761A2-DD66-C23A-F355-C3321C90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84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B073-2469-E188-B200-784488975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3B942-5D5C-E35E-E05A-FF42F197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0527A-2B64-3877-7CC0-52CCB2928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E6675-61F4-FFAE-4BFC-DA1233255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1ED8B-22E2-7617-551E-3CE3467C0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0849C-1ECB-171F-05F1-2FFD18B9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24903-4651-6D34-F755-FE454AF3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1DB163-2398-B341-F3B8-4ED7D790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48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4015-F884-CC5C-6CCB-4939C1C3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F5732-F9E6-8B0A-3490-EBC8964F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5523D-27A4-C70F-1ADD-CF78AC14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B69E2-5641-7E87-B138-28C191A5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251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35FB73-13EB-941F-9B85-4D8F5DA2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4B0033-73E4-0173-A0DE-F3B97920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12FEA-31DC-1F90-8B61-D99ED43D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531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180A6-3A55-E29D-ECC5-FAD1B61FD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5948-7A7F-E3D2-13E1-3ACCC466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E53DC-1763-CAF4-EA1C-00C98ECC9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FBAFC-B9B9-5C26-6EEF-2A3A87A8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A076E-CC18-264D-C5BE-B4B9E49A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CCEDF-CE1C-6547-B349-DA0FE85C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80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7499-D83C-F48E-E208-BC1B3FB6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40971-CA5B-6ADA-CAFB-38D248B64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79BEC-9A5A-5E09-9E91-46C230548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48CE6-0E21-BFF8-0AF9-F06D9DFE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9373B-9CF1-5DD1-764A-133CC95F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26EA7-27EE-DD19-E339-D347F364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83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0819-0962-4137-5ED0-F36F780B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E27B2-C59F-CABC-0B10-0086EE385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C50CB-005A-22C5-E57C-B346264D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B3FD9-E6E4-F49E-1431-5638E46C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F3FC-0976-C59E-61B2-553CBB7E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82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E32D9-ACAC-230B-2FE3-389FCF052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45F15-86F9-060C-6D7C-A255FD107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B2E00-8C39-8664-333A-1D4BD643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F8FE1-2699-9368-B1C8-8C691CA7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4F12-E780-FA33-1DB7-5DB10EE8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052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9F387-9C61-25ED-A4A2-2EE1C089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37E81-EC85-3FE8-DD43-89DABBE57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9F2EB-5E4E-4E7D-08C9-03C9E7E5E8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F3608-439B-467C-A8BB-6B591C8FE3E4}" type="datetimeFigureOut">
              <a:rPr lang="en-IN" smtClean="0"/>
              <a:t>05-09-2024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AF684-87DA-E3A1-7137-3A7B806E0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F50E6-3446-ECF3-127A-FA772A37A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98603-B1E6-4DDB-AB2E-0FC9C9DDB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7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AE0B-F522-6B2B-EA93-C8DFD2F64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PENALIZED REGRESSION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F2E46-96D5-AE07-096E-874EF47F1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308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AD0A-7B8B-29F5-613A-F8DA88AEE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06" y="216816"/>
            <a:ext cx="10929594" cy="5960147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 Penalized model refers to a type of regression model that uses regularization techniques to reduce overfitting and improve generalization performance.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385A9-021D-3265-2668-1365FDD93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69" y="461292"/>
            <a:ext cx="10517068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8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F457CC-1775-1A8B-75B4-8D57A4063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889" y="472714"/>
            <a:ext cx="11010507" cy="4193553"/>
          </a:xfrm>
        </p:spPr>
      </p:pic>
    </p:spTree>
    <p:extLst>
      <p:ext uri="{BB962C8B-B14F-4D97-AF65-F5344CB8AC3E}">
        <p14:creationId xmlns:p14="http://schemas.microsoft.com/office/powerpoint/2010/main" val="325643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97236-1060-EF9B-8FAB-8B4A05385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524"/>
            <a:ext cx="11001866" cy="5922439"/>
          </a:xfrm>
        </p:spPr>
        <p:txBody>
          <a:bodyPr/>
          <a:lstStyle/>
          <a:p>
            <a:r>
              <a:rPr lang="en-IN" dirty="0"/>
              <a:t>In penalized model , the loss function is modified to include an additional term known as the penalty term , which penalizes the model.</a:t>
            </a:r>
          </a:p>
          <a:p>
            <a:r>
              <a:rPr lang="en-IN" dirty="0"/>
              <a:t>Common type of penalized models include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Lasso Regression (L1 regularization)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Ridge Regression(L2 regularization)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Elastic Net ( Combination of L1 and L2 Regularization)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Dropout (a </a:t>
            </a:r>
            <a:r>
              <a:rPr lang="en-IN" dirty="0" err="1"/>
              <a:t>regulariztion</a:t>
            </a:r>
            <a:r>
              <a:rPr lang="en-IN" dirty="0"/>
              <a:t> technique used in neural networks)</a:t>
            </a:r>
          </a:p>
        </p:txBody>
      </p:sp>
    </p:spTree>
    <p:extLst>
      <p:ext uri="{BB962C8B-B14F-4D97-AF65-F5344CB8AC3E}">
        <p14:creationId xmlns:p14="http://schemas.microsoft.com/office/powerpoint/2010/main" val="127621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5C5C16-591B-17DD-3367-157B8C529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586" y="490045"/>
            <a:ext cx="11387137" cy="2148674"/>
          </a:xfrm>
        </p:spPr>
      </p:pic>
    </p:spTree>
    <p:extLst>
      <p:ext uri="{BB962C8B-B14F-4D97-AF65-F5344CB8AC3E}">
        <p14:creationId xmlns:p14="http://schemas.microsoft.com/office/powerpoint/2010/main" val="78122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05A9-36EF-24DE-C7DB-781B1879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521FA-1203-ADDA-87B7-61BAC486F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951" y="1527142"/>
            <a:ext cx="11604395" cy="4965733"/>
          </a:xfrm>
        </p:spPr>
        <p:txBody>
          <a:bodyPr/>
          <a:lstStyle/>
          <a:p>
            <a:r>
              <a:rPr lang="en-US" b="1" dirty="0"/>
              <a:t>Ridge regression</a:t>
            </a:r>
            <a:r>
              <a:rPr lang="en-US" dirty="0"/>
              <a:t> is a type of linear regression that addresses multicollinearity (when independent variables are highly correlated) by adding a penalty (regularization) term to the cost function. </a:t>
            </a:r>
          </a:p>
          <a:p>
            <a:r>
              <a:rPr lang="en-US" dirty="0"/>
              <a:t>This regularization discourages large coefficients in the model, making it more robust to overfitting, especially when dealing with complex or highly correlated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16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6D3FF-FDDC-B7F9-0685-11D644BE3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1263" y="556182"/>
            <a:ext cx="10413133" cy="4190853"/>
          </a:xfrm>
        </p:spPr>
      </p:pic>
    </p:spTree>
    <p:extLst>
      <p:ext uri="{BB962C8B-B14F-4D97-AF65-F5344CB8AC3E}">
        <p14:creationId xmlns:p14="http://schemas.microsoft.com/office/powerpoint/2010/main" val="314517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5021-E11A-02E4-C48A-5466A3B4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 OF RIDGE REGRESSION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4D48F2-7BBA-A511-5570-91E2F0E83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876" y="1690688"/>
            <a:ext cx="10515600" cy="4024442"/>
          </a:xfrm>
        </p:spPr>
      </p:pic>
    </p:spTree>
    <p:extLst>
      <p:ext uri="{BB962C8B-B14F-4D97-AF65-F5344CB8AC3E}">
        <p14:creationId xmlns:p14="http://schemas.microsoft.com/office/powerpoint/2010/main" val="780809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B75E70-70C4-3E78-F712-F39AFAD8E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012" y="420322"/>
            <a:ext cx="10625920" cy="346352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54E650-148D-9F5C-D735-BE2A7AC383C6}"/>
              </a:ext>
            </a:extLst>
          </p:cNvPr>
          <p:cNvSpPr txBox="1"/>
          <p:nvPr/>
        </p:nvSpPr>
        <p:spPr>
          <a:xfrm>
            <a:off x="886120" y="4327151"/>
            <a:ext cx="108125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The value of λ is crucial for model performance. Cross-validation is often used to find the optimal λ that minimizes the prediction error.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89238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8D8C-5A4C-C0A0-2B47-1715D471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LASSO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9828D-82EB-9665-4449-5BD6D70F2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315" y="1690688"/>
            <a:ext cx="11277831" cy="4532100"/>
          </a:xfrm>
        </p:spPr>
      </p:pic>
    </p:spTree>
    <p:extLst>
      <p:ext uri="{BB962C8B-B14F-4D97-AF65-F5344CB8AC3E}">
        <p14:creationId xmlns:p14="http://schemas.microsoft.com/office/powerpoint/2010/main" val="1427941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BF375957-C8BD-9BA9-87A8-AAEDB3E77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969" y="485364"/>
            <a:ext cx="10927268" cy="2943636"/>
          </a:xfrm>
        </p:spPr>
      </p:pic>
    </p:spTree>
    <p:extLst>
      <p:ext uri="{BB962C8B-B14F-4D97-AF65-F5344CB8AC3E}">
        <p14:creationId xmlns:p14="http://schemas.microsoft.com/office/powerpoint/2010/main" val="362454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A041A6-B417-58AD-3622-2DD246B3F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7141" y="1020461"/>
            <a:ext cx="9173855" cy="4324954"/>
          </a:xfrm>
        </p:spPr>
      </p:pic>
    </p:spTree>
    <p:extLst>
      <p:ext uri="{BB962C8B-B14F-4D97-AF65-F5344CB8AC3E}">
        <p14:creationId xmlns:p14="http://schemas.microsoft.com/office/powerpoint/2010/main" val="309506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5478-52B7-84E0-832F-CB496B89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ELASTIC NET REGRESSION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55CE-71A2-73CF-EEE4-481A026BF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15" y="1527142"/>
            <a:ext cx="10750485" cy="4649821"/>
          </a:xfrm>
        </p:spPr>
        <p:txBody>
          <a:bodyPr/>
          <a:lstStyle/>
          <a:p>
            <a:r>
              <a:rPr lang="en-US" b="1" dirty="0"/>
              <a:t>Elastic Net regression</a:t>
            </a:r>
            <a:r>
              <a:rPr lang="en-US" dirty="0"/>
              <a:t> is a regularized regression technique that combines the strengths of both </a:t>
            </a:r>
            <a:r>
              <a:rPr lang="en-US" b="1" dirty="0"/>
              <a:t>Lasso</a:t>
            </a:r>
            <a:r>
              <a:rPr lang="en-US" dirty="0"/>
              <a:t> (L1 regularization) and </a:t>
            </a:r>
            <a:r>
              <a:rPr lang="en-US" b="1" dirty="0"/>
              <a:t>Ridge</a:t>
            </a:r>
            <a:r>
              <a:rPr lang="en-US" dirty="0"/>
              <a:t> (L2 regularization). </a:t>
            </a:r>
          </a:p>
          <a:p>
            <a:r>
              <a:rPr lang="en-US" dirty="0"/>
              <a:t>It is useful when the dataset contains many features, especially when some features are correlated.</a:t>
            </a:r>
          </a:p>
          <a:p>
            <a:r>
              <a:rPr lang="en-US" dirty="0"/>
              <a:t> Elastic Net can both shrink coefficients (like Ridge) and perform variable selection (like Lasso), making it a robust choice for many predictive modeling 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746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09BA99-4D6B-BF0B-1FCE-120A4E4AB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789" y="631594"/>
            <a:ext cx="11155325" cy="5288439"/>
          </a:xfrm>
        </p:spPr>
      </p:pic>
    </p:spTree>
    <p:extLst>
      <p:ext uri="{BB962C8B-B14F-4D97-AF65-F5344CB8AC3E}">
        <p14:creationId xmlns:p14="http://schemas.microsoft.com/office/powerpoint/2010/main" val="267260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255</Words>
  <Application>Microsoft Office PowerPoint</Application>
  <PresentationFormat>Widescreen</PresentationFormat>
  <Paragraphs>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PENALIZED REGRESSION MODEL</vt:lpstr>
      <vt:lpstr>PowerPoint Presentation</vt:lpstr>
      <vt:lpstr>PowerPoint Presentation</vt:lpstr>
      <vt:lpstr>PowerPoint Presentation</vt:lpstr>
      <vt:lpstr>PowerPoint Presentation</vt:lpstr>
      <vt:lpstr>RIDGE REGRESSION</vt:lpstr>
      <vt:lpstr>PowerPoint Presentation</vt:lpstr>
      <vt:lpstr>EFFECT OF RIDGE REGRESSION</vt:lpstr>
      <vt:lpstr>PowerPoint Presentation</vt:lpstr>
      <vt:lpstr>LASSO REGRESSION</vt:lpstr>
      <vt:lpstr>PowerPoint Presentation</vt:lpstr>
      <vt:lpstr>PowerPoint Presentation</vt:lpstr>
      <vt:lpstr>ELASTIC NET REGRESSION MODEL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2</cp:revision>
  <dcterms:created xsi:type="dcterms:W3CDTF">2024-09-04T10:30:16Z</dcterms:created>
  <dcterms:modified xsi:type="dcterms:W3CDTF">2024-09-05T05:40:57Z</dcterms:modified>
</cp:coreProperties>
</file>