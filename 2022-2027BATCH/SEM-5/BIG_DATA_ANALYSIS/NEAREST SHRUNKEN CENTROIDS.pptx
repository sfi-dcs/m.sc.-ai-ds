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37BD-F113-A023-1AC5-3D4043716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8FCB5-DE7B-DC55-2F55-318AE93ED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1A971-20AD-6A5A-8767-C44D540A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0E0D-B42B-6872-A6D0-0806A02D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24AC-D898-4E4C-AE05-B36E890E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43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7F54-2790-F4EA-0D21-BB23036D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93773-980A-6EBB-E700-B0FB57CD7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C0320-FA86-A3A0-91D9-76E390FBB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1B41D-F80C-F2B2-171C-7E7A0CF1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C1434-F992-9ECC-F065-A7F7EC60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FA1-BFC4-D0BC-9FDE-09E71DFE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97069-AE24-7B03-7248-7B8E1271F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F70BE-AAA2-84AF-3CFC-8E4340D4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5189-6584-4218-1034-B4CD6384E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4804B-0ED1-89B3-959E-AAD46B13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2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8F28-C410-2EFF-0063-C229CC78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5F8BF-D7C8-7716-EC08-4907849FC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CD910-39E5-953D-762B-B8085F200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90CBB-2FEC-8603-7F7F-12CBF6AA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A5357-9598-7DE6-C564-2CB6D0B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C5EF0-3739-96E6-024B-01923E1D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70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FCB4-9BD2-5D73-166D-8D3F60B6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190B5-CCB3-E024-2109-A3D76E368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15FAE-457A-D5AC-22AD-9A79F5E78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E78F2-EA19-7CF1-A46D-98E404DA8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AB21D-18FD-4699-0E59-DA1162F92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6FBF5-3849-A0E4-2C53-6E08C722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E4F9C-EE64-4992-A3D6-05EA487C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9A796-1585-E76D-7E45-6232E331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12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41A8-B034-BC30-B75A-57DAB1552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A3CFEF-454D-90E8-B4E1-6DBECA89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16E7D-41CC-FF74-0130-A7732BAC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BCC75-A035-0587-E78A-268F5BCA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22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A7AD6-600A-9B0E-2911-60EF950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7E5B4-3932-5366-B5A3-137E8CE8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35BF7-E8A5-5BFC-B36E-8F19879E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56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EB4F-304E-86E9-0F66-F2625DE34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786FB-5094-0E1D-4D1C-7E45D15BB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BC7C6-280F-F5FE-60F0-2CEE3FD06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64FCE-7484-ED3E-DAB3-F666AAD5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84E81-EC50-5E71-493D-11C1AE7A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05BE1-9E37-15BB-6FD5-9F5147B1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78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155B-47D7-457C-6BA3-B9825DF3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8FE6C0-E306-DE0C-46C8-FD3911FD5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886E0-8940-D5C2-362C-24CA16304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95086-C4D9-31A2-AAB7-5019911E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69786-3544-C8DD-BA48-9ACD1788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E16B3-DDBB-E602-7905-CEC6A9A3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97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DA5A-9ABC-41E1-5220-AB3F6D3B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FDAA6-A6FD-A0BD-F987-67D8C5C9A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2FFC6-5686-414D-2A2E-F002B90E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56904-0C2F-0AD6-BF21-1081B034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6711D-B91A-AB51-E536-C61F4EBC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2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11C38-103D-F5EE-368C-81970D647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AA0E2-8A06-EC36-190D-62E559979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7516F-C7BA-5327-3B63-F15A9B80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5401-704B-17B7-0C4F-D0301945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E79-D1E8-A142-0DBC-9FF3483F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6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40D52-FBB5-33E0-6E66-8DEE0F43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1A7DA-3988-DE88-EEF8-D695F04B5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9E951-E650-D310-2CAB-259FA3F9D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F6B80-F396-4267-BE23-2A24BE9C7B46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157A1-49A8-1C73-BD4E-6D7AABA78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39742-69DF-071E-0411-AF64AB57C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F633-7460-44EA-8BD3-710B526F19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11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9581-D380-3063-6F48-97399034B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NEAREST SHRUNKEN CENTROIDS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2590F-065E-50B1-ACCE-9ABE2DBB05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C29B9-D515-5364-8EE3-DCFA526BE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887" y="951034"/>
            <a:ext cx="10212225" cy="4955931"/>
          </a:xfrm>
        </p:spPr>
      </p:pic>
    </p:spTree>
    <p:extLst>
      <p:ext uri="{BB962C8B-B14F-4D97-AF65-F5344CB8AC3E}">
        <p14:creationId xmlns:p14="http://schemas.microsoft.com/office/powerpoint/2010/main" val="327859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1A626-967A-971E-55F1-0090322F1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004" y="419955"/>
            <a:ext cx="11378414" cy="5835372"/>
          </a:xfrm>
        </p:spPr>
      </p:pic>
    </p:spTree>
    <p:extLst>
      <p:ext uri="{BB962C8B-B14F-4D97-AF65-F5344CB8AC3E}">
        <p14:creationId xmlns:p14="http://schemas.microsoft.com/office/powerpoint/2010/main" val="52398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A589BA-1403-CEF9-1BCB-E517E1E03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437" y="821516"/>
            <a:ext cx="10256363" cy="5089090"/>
          </a:xfrm>
        </p:spPr>
      </p:pic>
    </p:spTree>
    <p:extLst>
      <p:ext uri="{BB962C8B-B14F-4D97-AF65-F5344CB8AC3E}">
        <p14:creationId xmlns:p14="http://schemas.microsoft.com/office/powerpoint/2010/main" val="116929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4C8CE0-BBC6-48E7-9730-CCFEAA733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64" y="552847"/>
            <a:ext cx="10511272" cy="4243596"/>
          </a:xfrm>
        </p:spPr>
      </p:pic>
    </p:spTree>
    <p:extLst>
      <p:ext uri="{BB962C8B-B14F-4D97-AF65-F5344CB8AC3E}">
        <p14:creationId xmlns:p14="http://schemas.microsoft.com/office/powerpoint/2010/main" val="109171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14B0C1-B18B-D17D-E7BC-CA6F401F1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993" y="318821"/>
            <a:ext cx="10706382" cy="23720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AE1C61-1F8E-B495-EA13-E8D673DF5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2944453"/>
            <a:ext cx="9459472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0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B3264-32DF-8228-81AD-A2CC40D9A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334" y="428564"/>
            <a:ext cx="10084786" cy="3844178"/>
          </a:xfrm>
        </p:spPr>
      </p:pic>
    </p:spTree>
    <p:extLst>
      <p:ext uri="{BB962C8B-B14F-4D97-AF65-F5344CB8AC3E}">
        <p14:creationId xmlns:p14="http://schemas.microsoft.com/office/powerpoint/2010/main" val="404716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37E0AF-8AE4-3F40-17D1-B49623469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179" y="541607"/>
            <a:ext cx="10508876" cy="3936125"/>
          </a:xfrm>
        </p:spPr>
      </p:pic>
    </p:spTree>
    <p:extLst>
      <p:ext uri="{BB962C8B-B14F-4D97-AF65-F5344CB8AC3E}">
        <p14:creationId xmlns:p14="http://schemas.microsoft.com/office/powerpoint/2010/main" val="5436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00DAC1-9260-3974-9CA5-3F8450279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944" y="504417"/>
            <a:ext cx="10293049" cy="5670140"/>
          </a:xfrm>
        </p:spPr>
      </p:pic>
    </p:spTree>
    <p:extLst>
      <p:ext uri="{BB962C8B-B14F-4D97-AF65-F5344CB8AC3E}">
        <p14:creationId xmlns:p14="http://schemas.microsoft.com/office/powerpoint/2010/main" val="165788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B2181D-0DC1-A4C3-7130-33449512D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855" y="476394"/>
            <a:ext cx="10778836" cy="5905211"/>
          </a:xfrm>
        </p:spPr>
      </p:pic>
    </p:spTree>
    <p:extLst>
      <p:ext uri="{BB962C8B-B14F-4D97-AF65-F5344CB8AC3E}">
        <p14:creationId xmlns:p14="http://schemas.microsoft.com/office/powerpoint/2010/main" val="345508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186592-916B-BBC6-4FE9-FFCAC0EEE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614" y="461343"/>
            <a:ext cx="10305822" cy="5170530"/>
          </a:xfrm>
        </p:spPr>
      </p:pic>
    </p:spTree>
    <p:extLst>
      <p:ext uri="{BB962C8B-B14F-4D97-AF65-F5344CB8AC3E}">
        <p14:creationId xmlns:p14="http://schemas.microsoft.com/office/powerpoint/2010/main" val="3470908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7BC5E0-39F8-1403-5B6A-95DF09732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502" y="535105"/>
            <a:ext cx="11136995" cy="5741004"/>
          </a:xfrm>
        </p:spPr>
      </p:pic>
    </p:spTree>
    <p:extLst>
      <p:ext uri="{BB962C8B-B14F-4D97-AF65-F5344CB8AC3E}">
        <p14:creationId xmlns:p14="http://schemas.microsoft.com/office/powerpoint/2010/main" val="155866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BAE9A5-E8BC-D8F6-D11E-918DA6B96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927" y="726727"/>
            <a:ext cx="8792802" cy="85737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567A15-927A-B70D-1CE0-DEC9BFFE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27" y="2275073"/>
            <a:ext cx="7773485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27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910D57-C007-C78D-53FF-0BC3E4A6A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0673" y="672897"/>
            <a:ext cx="10316035" cy="5512205"/>
          </a:xfrm>
        </p:spPr>
      </p:pic>
    </p:spTree>
    <p:extLst>
      <p:ext uri="{BB962C8B-B14F-4D97-AF65-F5344CB8AC3E}">
        <p14:creationId xmlns:p14="http://schemas.microsoft.com/office/powerpoint/2010/main" val="1425325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509CCD-8546-EF6E-AB97-407F53502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490" y="386151"/>
            <a:ext cx="8726118" cy="333421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D3FCB7-D313-23B2-2E36-1C3F73EE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467" y="4235755"/>
            <a:ext cx="9069066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1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NEAREST SHRUNKEN CENTROIDS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2</cp:revision>
  <dcterms:created xsi:type="dcterms:W3CDTF">2024-10-07T09:26:22Z</dcterms:created>
  <dcterms:modified xsi:type="dcterms:W3CDTF">2024-10-08T07:00:59Z</dcterms:modified>
</cp:coreProperties>
</file>