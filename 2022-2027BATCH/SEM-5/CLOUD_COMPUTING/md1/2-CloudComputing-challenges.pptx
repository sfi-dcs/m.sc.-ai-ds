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8" r:id="rId3"/>
    <p:sldId id="284" r:id="rId4"/>
    <p:sldId id="281" r:id="rId5"/>
    <p:sldId id="280" r:id="rId6"/>
    <p:sldId id="283" r:id="rId7"/>
    <p:sldId id="282" r:id="rId8"/>
    <p:sldId id="271" r:id="rId9"/>
    <p:sldId id="272" r:id="rId10"/>
    <p:sldId id="25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5946"/>
  </p:normalViewPr>
  <p:slideViewPr>
    <p:cSldViewPr snapToGrid="0">
      <p:cViewPr varScale="1">
        <p:scale>
          <a:sx n="110" d="100"/>
          <a:sy n="110" d="100"/>
        </p:scale>
        <p:origin x="63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42EA8-2420-723C-0B23-F1D3F987F1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DC3B15-68B6-3848-E637-1DD9D83586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D9C83-CC85-EE79-C179-0E9962CA2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9F77E-5F73-1D41-A422-1C7F86EA21F2}" type="datetimeFigureOut">
              <a:rPr lang="en-US" smtClean="0"/>
              <a:t>8/16/24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79A2D9-7B42-EA90-F175-1CC941F9E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5223B-CACD-7587-3766-A5D1411A4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D1CEF-B8BB-CD45-839E-B4B472C66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47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CA3E0-C38F-0815-ACE4-6BC678928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82F41B-CA64-ADFD-C80F-24C6C49D01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C3D119-E4FC-4BD9-3709-31F6D3A74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9F77E-5F73-1D41-A422-1C7F86EA21F2}" type="datetimeFigureOut">
              <a:rPr lang="en-US" smtClean="0"/>
              <a:t>8/16/24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DC930E-1F11-CAC3-DC91-95342A7A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519430-0E83-108C-7C6B-FACB633DE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D1CEF-B8BB-CD45-839E-B4B472C66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256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1BFB2-5F3A-0299-2CD7-D5CC8368E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FF4E5F-4DE5-F590-EAC1-A75AB16144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A8E592-A76E-9B09-5663-726F18800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9F77E-5F73-1D41-A422-1C7F86EA21F2}" type="datetimeFigureOut">
              <a:rPr lang="en-US" smtClean="0"/>
              <a:t>8/16/24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48B79E-9567-65A6-E419-9DA28D045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051177-DA9B-0570-3A7B-D0D825514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D1CEF-B8BB-CD45-839E-B4B472C66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939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E0049-791F-AAB4-B5EA-C4E3561A5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57EBA-12AB-617D-3870-D67DD548F7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083603-9C7E-376F-D1BD-B6722D257A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5C98D5-2323-3584-44A9-12EE9515F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9F77E-5F73-1D41-A422-1C7F86EA21F2}" type="datetimeFigureOut">
              <a:rPr lang="en-US" smtClean="0"/>
              <a:t>8/16/24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7849AE-36BB-16EE-4ED8-618854761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BEA74A-8B8B-FC1C-E484-F2DE56DDE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D1CEF-B8BB-CD45-839E-B4B472C66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891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2AAD3-D26F-2FE8-8AEA-F5040BD1E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808EA0-F48D-3B57-DF60-897BF5EFFF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8DF362-3BD3-5906-5E2D-799775E321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D9A40B-085B-1410-D997-174DF55EA4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A11354-D4A6-6FE9-B613-8A17F7013F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B46570-46FF-DF4F-A4A8-3C2B39F9B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9F77E-5F73-1D41-A422-1C7F86EA21F2}" type="datetimeFigureOut">
              <a:rPr lang="en-US" smtClean="0"/>
              <a:t>8/16/24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B5456C-FFE9-1448-02C1-7874A06EB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86DF3D-6496-2C65-760A-A5E23BDF3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D1CEF-B8BB-CD45-839E-B4B472C66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423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EF8D2-C40D-D1D6-61B5-F049786B3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64FCC6-F0EE-1CB4-7372-409383348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9F77E-5F73-1D41-A422-1C7F86EA21F2}" type="datetimeFigureOut">
              <a:rPr lang="en-US" smtClean="0"/>
              <a:t>8/16/24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FA0018-3BF3-A345-2B18-12C4DD2CA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8ACFDD-AD2D-DF1E-EA47-2E3C35DCE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D1CEF-B8BB-CD45-839E-B4B472C66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346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40A996-EE80-E0CC-1B9F-3E7C1002F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9F77E-5F73-1D41-A422-1C7F86EA21F2}" type="datetimeFigureOut">
              <a:rPr lang="en-US" smtClean="0"/>
              <a:t>8/16/24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D342B7-EC27-8593-AB0D-AAC78CBFD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752F09-2070-D4F2-9CAF-76DCD8A27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D1CEF-B8BB-CD45-839E-B4B472C66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228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95413-AD5A-152C-09EA-CFC7EE957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230223-CF85-7097-1C45-D7BD1494FE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652852-FA68-564F-5D34-00B018A852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04CC75-960D-0042-A405-2C69659E1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9F77E-5F73-1D41-A422-1C7F86EA21F2}" type="datetimeFigureOut">
              <a:rPr lang="en-US" smtClean="0"/>
              <a:t>8/16/24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318A2D-FD2E-112C-9808-1C5BFB064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4AAD4D-3499-7CE9-C401-CDDF5520B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D1CEF-B8BB-CD45-839E-B4B472C66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079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40290-47AF-A826-C249-4EFFDC3AF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4D78C8-52EC-00BC-513F-296B321DDB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1D635D-AA4D-4BBA-FEF7-9C027865F0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4FDEE9-4569-1793-D400-CF5F614D5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9F77E-5F73-1D41-A422-1C7F86EA21F2}" type="datetimeFigureOut">
              <a:rPr lang="en-US" smtClean="0"/>
              <a:t>8/16/24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D8FDFE-A64F-D622-2CEA-86BC9BAEB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D06E6B-9740-87D4-EFC8-C62CE6926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D1CEF-B8BB-CD45-839E-B4B472C66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531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1F9CC-B3E2-545E-5AE5-52B67B19D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218D98-1ECE-6E52-EC30-08E3B96067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76EE5C-F77F-4690-AF45-7964136F0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9F77E-5F73-1D41-A422-1C7F86EA21F2}" type="datetimeFigureOut">
              <a:rPr lang="en-US" smtClean="0"/>
              <a:t>8/16/24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6F858-74EF-759D-62CB-C2060566D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3D215B-075D-FB22-9A0A-7D8DDC96B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D1CEF-B8BB-CD45-839E-B4B472C66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472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71F46C-076D-B69E-A632-5A3999DCDB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9C4B5C-276A-DF70-245B-5CD742146C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F7FE2-1636-BD99-FB0B-5DA47F85C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9F77E-5F73-1D41-A422-1C7F86EA21F2}" type="datetimeFigureOut">
              <a:rPr lang="en-US" smtClean="0"/>
              <a:t>8/16/24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413B37-F0F6-2764-C3C3-2EB643FF1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8CD4D2-817E-B77E-D233-1D4C29D4F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D1CEF-B8BB-CD45-839E-B4B472C66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445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41D3A0-B471-DC2D-CE7F-BD551E229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C5A03-C205-BB47-41C6-A69DE49EBB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7221E7-B8F7-C5D4-61C0-2A48BEA2B0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C9F77E-5F73-1D41-A422-1C7F86EA21F2}" type="datetimeFigureOut">
              <a:rPr lang="en-US" smtClean="0"/>
              <a:t>8/16/24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2BB712-653C-8E68-19E6-DDC6976267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58FEE5-E3E7-0206-9342-DAECB59438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BD1CEF-B8BB-CD45-839E-B4B472C66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432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CCC6A-43F0-2E22-BC77-C8F2C68DCF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Migrating to Cloud Computing: Options and challenges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E030B5-6B43-101D-7BF6-5AAA600AA6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Module 1</a:t>
            </a:r>
          </a:p>
          <a:p>
            <a:r>
              <a:rPr lang="en-US" dirty="0"/>
              <a:t>Dr. Bijoy A Jose</a:t>
            </a:r>
          </a:p>
        </p:txBody>
      </p:sp>
    </p:spTree>
    <p:extLst>
      <p:ext uri="{BB962C8B-B14F-4D97-AF65-F5344CB8AC3E}">
        <p14:creationId xmlns:p14="http://schemas.microsoft.com/office/powerpoint/2010/main" val="34575376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FDEA5-1213-1B87-7D77-AF0C35784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to solve in Cloud computing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395224-562D-08BC-7D65-397D0BD8B5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Service quality: Terms of service.</a:t>
            </a:r>
          </a:p>
          <a:p>
            <a:r>
              <a:rPr lang="en-US" dirty="0"/>
              <a:t>Availability, Reliability, Scalability: SLA.</a:t>
            </a:r>
          </a:p>
          <a:p>
            <a:r>
              <a:rPr lang="en-US" dirty="0"/>
              <a:t>Interoperability: Compatibility with other platforms, data pipelines.</a:t>
            </a:r>
          </a:p>
          <a:p>
            <a:r>
              <a:rPr lang="en-US" dirty="0"/>
              <a:t>Cloud integration: on-prem to on-cloud interfacing</a:t>
            </a:r>
          </a:p>
          <a:p>
            <a:r>
              <a:rPr lang="en-US" dirty="0"/>
              <a:t>Portability: Migration to other vendors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3438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FDEA5-1213-1B87-7D77-AF0C35784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to solve in Cloud computing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C1DCC5-53CF-C69E-8CEC-CC684B4724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849" y="2243470"/>
            <a:ext cx="10724543" cy="3335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4452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B38E1-6EA8-037F-A766-F4741F62B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Layered architecture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29FD28-60A1-8982-9FBD-D8F98946B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8673" y="2093912"/>
            <a:ext cx="8122229" cy="3722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1512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63600-10C9-F792-53B7-C646FE57A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Layered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72C73E-0B10-7D55-9C22-4663484F9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93328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Layer 2</a:t>
            </a:r>
          </a:p>
          <a:p>
            <a:pPr marL="0" indent="0">
              <a:buNone/>
            </a:pPr>
            <a:r>
              <a:rPr lang="en-IN" sz="1800" dirty="0">
                <a:effectLst/>
                <a:latin typeface="BookAntiqua"/>
              </a:rPr>
              <a:t>layer allows the users to connect to the cloud. This is primarily the Internet in the case of a public cloud. The public cloud usually exists in a specific location and the user would not know the location as it is abstract. </a:t>
            </a:r>
            <a:endParaRPr lang="en-US" dirty="0"/>
          </a:p>
          <a:p>
            <a:r>
              <a:rPr lang="en-US" dirty="0"/>
              <a:t>Layer 3:</a:t>
            </a:r>
          </a:p>
          <a:p>
            <a:pPr marL="0" indent="0">
              <a:buNone/>
            </a:pPr>
            <a:r>
              <a:rPr lang="en-IN" sz="1800" dirty="0">
                <a:effectLst/>
                <a:latin typeface="BookAntiqua"/>
              </a:rPr>
              <a:t>Software that are used in managing the cloud. The software can be a cloud OS, a software that acts as an </a:t>
            </a:r>
            <a:r>
              <a:rPr lang="en-IN" sz="1800" b="1" dirty="0">
                <a:effectLst/>
                <a:latin typeface="BookAntiqua"/>
              </a:rPr>
              <a:t>interface</a:t>
            </a:r>
            <a:r>
              <a:rPr lang="en-IN" sz="1800" dirty="0">
                <a:effectLst/>
                <a:latin typeface="BookAntiqua"/>
              </a:rPr>
              <a:t> between the data </a:t>
            </a:r>
            <a:r>
              <a:rPr lang="en-IN" sz="1800" dirty="0" err="1">
                <a:effectLst/>
                <a:latin typeface="BookAntiqua"/>
              </a:rPr>
              <a:t>center</a:t>
            </a:r>
            <a:r>
              <a:rPr lang="en-IN" sz="1800" dirty="0">
                <a:effectLst/>
                <a:latin typeface="BookAntiqua"/>
              </a:rPr>
              <a:t> (actual resources) and the user, or a management software that allows </a:t>
            </a:r>
            <a:r>
              <a:rPr lang="en-IN" sz="1800" b="1" dirty="0">
                <a:effectLst/>
                <a:latin typeface="BookAntiqua"/>
              </a:rPr>
              <a:t>managing resources</a:t>
            </a:r>
            <a:r>
              <a:rPr lang="en-IN" sz="1800" dirty="0">
                <a:effectLst/>
                <a:latin typeface="BookAntiqua"/>
              </a:rPr>
              <a:t>. </a:t>
            </a:r>
          </a:p>
          <a:p>
            <a:pPr marL="0" indent="0">
              <a:buNone/>
            </a:pPr>
            <a:r>
              <a:rPr lang="en-IN" sz="1800" dirty="0">
                <a:effectLst/>
                <a:latin typeface="BookAntiqua"/>
              </a:rPr>
              <a:t>This software usually allow </a:t>
            </a:r>
            <a:r>
              <a:rPr lang="en-IN" sz="1800" b="1" dirty="0">
                <a:effectLst/>
                <a:latin typeface="BookAntiqua"/>
              </a:rPr>
              <a:t>resource management</a:t>
            </a:r>
            <a:r>
              <a:rPr lang="en-IN" sz="1800" dirty="0">
                <a:effectLst/>
                <a:latin typeface="BookAntiqua"/>
              </a:rPr>
              <a:t> (scheduling, provisioning, etc.), </a:t>
            </a:r>
            <a:r>
              <a:rPr lang="en-IN" sz="1800" b="1" dirty="0">
                <a:effectLst/>
                <a:latin typeface="BookAntiqua"/>
              </a:rPr>
              <a:t>optimization</a:t>
            </a:r>
            <a:r>
              <a:rPr lang="en-IN" sz="1800" dirty="0">
                <a:effectLst/>
                <a:latin typeface="BookAntiqua"/>
              </a:rPr>
              <a:t> (server consolidation, storage workload consolidation), and internal cloud </a:t>
            </a:r>
            <a:r>
              <a:rPr lang="en-IN" sz="1800" b="1" dirty="0">
                <a:effectLst/>
                <a:latin typeface="BookAntiqua"/>
              </a:rPr>
              <a:t>governance</a:t>
            </a:r>
            <a:r>
              <a:rPr lang="en-IN" sz="1800" dirty="0">
                <a:effectLst/>
                <a:latin typeface="BookAntiqua"/>
              </a:rPr>
              <a:t>. </a:t>
            </a:r>
            <a:endParaRPr lang="en-IN" dirty="0">
              <a:effectLst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092674-D841-4D3F-564A-3D71D3B368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7974" y="365125"/>
            <a:ext cx="5493328" cy="2517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532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9C2D2-3080-2421-6B00-3A390CB69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Provisioning cloud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4ED4CA-7822-DD26-A66D-375EB4413E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5790" y="1748563"/>
            <a:ext cx="7772400" cy="4895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692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F6E09-ED30-0424-9FC0-EE6ECA5E9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Cloud storage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92317C-AF8A-730A-B597-CC6F5E32EE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b="1" dirty="0">
                <a:effectLst/>
                <a:latin typeface="BookAntiqua,Bold"/>
              </a:rPr>
              <a:t>Unmanaged Cloud Storage</a:t>
            </a:r>
            <a:r>
              <a:rPr lang="en-IN" sz="1800" dirty="0">
                <a:effectLst/>
                <a:latin typeface="BookAntiqua,Bold"/>
              </a:rPr>
              <a:t>: </a:t>
            </a:r>
            <a:r>
              <a:rPr lang="en-IN" sz="1800" dirty="0">
                <a:effectLst/>
                <a:latin typeface="BookAntiqua"/>
              </a:rPr>
              <a:t>Unmanaged cloud storage means that the storage is </a:t>
            </a:r>
            <a:r>
              <a:rPr lang="en-IN" sz="1800" b="1" dirty="0">
                <a:effectLst/>
                <a:latin typeface="BookAntiqua"/>
              </a:rPr>
              <a:t>preconfigured</a:t>
            </a:r>
            <a:r>
              <a:rPr lang="en-IN" sz="1800" dirty="0">
                <a:effectLst/>
                <a:latin typeface="BookAntiqua"/>
              </a:rPr>
              <a:t> for the consumer. The consumer cannot format nor the consumer can install own file system or change drive propertie</a:t>
            </a:r>
            <a:r>
              <a:rPr lang="en-IN" sz="1800" dirty="0">
                <a:latin typeface="BookAntiqua"/>
              </a:rPr>
              <a:t>s</a:t>
            </a:r>
            <a:endParaRPr lang="en-IN" dirty="0"/>
          </a:p>
          <a:p>
            <a:r>
              <a:rPr lang="en-IN" sz="1800" b="1" dirty="0">
                <a:effectLst/>
                <a:latin typeface="BookAntiqua,Bold"/>
              </a:rPr>
              <a:t>Managed Cloud Storage</a:t>
            </a:r>
            <a:r>
              <a:rPr lang="en-IN" sz="1800" dirty="0">
                <a:effectLst/>
                <a:latin typeface="BookAntiqua,Bold"/>
              </a:rPr>
              <a:t>: </a:t>
            </a:r>
            <a:r>
              <a:rPr lang="en-IN" sz="1800" dirty="0">
                <a:effectLst/>
                <a:latin typeface="BookAntiqua"/>
              </a:rPr>
              <a:t>Managed cloud storage offers online storage space on demand. Managed cloud storage system presents what appears to the user to be a raw disk that the user can partition and format. </a:t>
            </a:r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17070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1DC1D-826E-604E-29C0-4143EB53F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Migration to cloud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6A6482-A0F0-4E84-4C9D-6B6FE491F2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Seven step approach (Infosys)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22DD33-8C46-782C-E3D7-F9706FD985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187" y="2597806"/>
            <a:ext cx="9192037" cy="3484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7335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306A0-E91E-A299-4AF1-6A27737AF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Migration to cloud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1E889B-0863-42C2-BF73-1EB614563A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1227" y="190343"/>
            <a:ext cx="3472573" cy="30006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F34653C-D4D8-1DE2-48D4-7322966FB7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203" y="3369834"/>
            <a:ext cx="8945638" cy="3241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4722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2E41A-5DA9-696C-CE3D-00B1681D7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Cloud providers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A4165D-DC15-4977-A3ED-716930F2B2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779" y="1690688"/>
            <a:ext cx="7975921" cy="5024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8638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280</Words>
  <Application>Microsoft Macintosh PowerPoint</Application>
  <PresentationFormat>Widescreen</PresentationFormat>
  <Paragraphs>25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BookAntiqua</vt:lpstr>
      <vt:lpstr>BookAntiqua,Bold</vt:lpstr>
      <vt:lpstr>Calibri</vt:lpstr>
      <vt:lpstr>Calibri Light</vt:lpstr>
      <vt:lpstr>Office Theme</vt:lpstr>
      <vt:lpstr>Migrating to Cloud Computing: Options and challenges</vt:lpstr>
      <vt:lpstr>Challenges to solve in Cloud computing</vt:lpstr>
      <vt:lpstr>Challenges to solve in Cloud computing</vt:lpstr>
      <vt:lpstr>Layered architecture</vt:lpstr>
      <vt:lpstr>Layered architecture</vt:lpstr>
      <vt:lpstr>Provisioning cloud computing</vt:lpstr>
      <vt:lpstr>Cloud storage</vt:lpstr>
      <vt:lpstr>Migration to cloud</vt:lpstr>
      <vt:lpstr>Migration to cloud</vt:lpstr>
      <vt:lpstr>Cloud providers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Bijoy Jose</dc:creator>
  <cp:lastModifiedBy>Bijoy Jose</cp:lastModifiedBy>
  <cp:revision>4</cp:revision>
  <dcterms:created xsi:type="dcterms:W3CDTF">2024-08-16T06:10:41Z</dcterms:created>
  <dcterms:modified xsi:type="dcterms:W3CDTF">2024-08-16T06:15:33Z</dcterms:modified>
</cp:coreProperties>
</file>